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32.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2.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7.xml" ContentType="application/vnd.openxmlformats-officedocument.presentationml.notesSlide+xml"/>
  <Override PartName="/ppt/notesSlides/notesSlide159.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2.xml" ContentType="application/vnd.openxmlformats-officedocument.presentationml.notesSlide+xml"/>
  <Override PartName="/ppt/notesSlides/notesSlide1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2"/>
  </p:notesMasterIdLst>
  <p:sldIdLst>
    <p:sldId id="375" r:id="rId123"/>
    <p:sldId id="376" r:id="rId124"/>
    <p:sldId id="377" r:id="rId125"/>
    <p:sldId id="378" r:id="rId126"/>
    <p:sldId id="385" r:id="rId133"/>
    <p:sldId id="387" r:id="rId135"/>
    <p:sldId id="388" r:id="rId136"/>
    <p:sldId id="396" r:id="rId144"/>
    <p:sldId id="398" r:id="rId146"/>
    <p:sldId id="401" r:id="rId149"/>
    <p:sldId id="402" r:id="rId150"/>
    <p:sldId id="405" r:id="rId153"/>
    <p:sldId id="407" r:id="rId155"/>
    <p:sldId id="408" r:id="rId156"/>
    <p:sldId id="410" r:id="rId158"/>
    <p:sldId id="412" r:id="rId160"/>
    <p:sldId id="421" r:id="rId169"/>
    <p:sldId id="749" r:id="rId170"/>
    <p:sldId id="422" r:id="rId171"/>
    <p:sldId id="424" r:id="rId173"/>
    <p:sldId id="426" r:id="rId1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21DEA6-85BC-3B0A-FC86-DF69148AE395}" name="Lucy Grande" initials="LG" userId="S::lucy.grande@netec.com.mx::7ad266ba-0b3d-4d78-9c0c-3f8060328c5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8F9440-AE75-4813-A24F-0E3341FA7BB9}" v="55" dt="2026-06-06T00:49:02.3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5" d="100"/>
          <a:sy n="75" d="100"/>
        </p:scale>
        <p:origin x="87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3" Type="http://schemas.openxmlformats.org/officeDocument/2006/relationships/slide" Target="slides/slide1.xml"/><Relationship Id="rId124" Type="http://schemas.openxmlformats.org/officeDocument/2006/relationships/slide" Target="slides/slide2.xml"/><Relationship Id="rId125" Type="http://schemas.openxmlformats.org/officeDocument/2006/relationships/slide" Target="slides/slide3.xml"/><Relationship Id="rId126" Type="http://schemas.openxmlformats.org/officeDocument/2006/relationships/slide" Target="slides/slide4.xml"/><Relationship Id="rId133" Type="http://schemas.openxmlformats.org/officeDocument/2006/relationships/slide" Target="slides/slide5.xml"/><Relationship Id="rId135" Type="http://schemas.openxmlformats.org/officeDocument/2006/relationships/slide" Target="slides/slide6.xml"/><Relationship Id="rId136" Type="http://schemas.openxmlformats.org/officeDocument/2006/relationships/slide" Target="slides/slide7.xml"/><Relationship Id="rId144" Type="http://schemas.openxmlformats.org/officeDocument/2006/relationships/slide" Target="slides/slide8.xml"/><Relationship Id="rId146" Type="http://schemas.openxmlformats.org/officeDocument/2006/relationships/slide" Target="slides/slide9.xml"/><Relationship Id="rId149" Type="http://schemas.openxmlformats.org/officeDocument/2006/relationships/slide" Target="slides/slide10.xml"/><Relationship Id="rId150" Type="http://schemas.openxmlformats.org/officeDocument/2006/relationships/slide" Target="slides/slide11.xml"/><Relationship Id="rId153" Type="http://schemas.openxmlformats.org/officeDocument/2006/relationships/slide" Target="slides/slide12.xml"/><Relationship Id="rId155" Type="http://schemas.openxmlformats.org/officeDocument/2006/relationships/slide" Target="slides/slide13.xml"/><Relationship Id="rId156" Type="http://schemas.openxmlformats.org/officeDocument/2006/relationships/slide" Target="slides/slide14.xml"/><Relationship Id="rId158" Type="http://schemas.openxmlformats.org/officeDocument/2006/relationships/slide" Target="slides/slide15.xml"/><Relationship Id="rId160" Type="http://schemas.openxmlformats.org/officeDocument/2006/relationships/slide" Target="slides/slide16.xml"/><Relationship Id="rId169" Type="http://schemas.openxmlformats.org/officeDocument/2006/relationships/slide" Target="slides/slide17.xml"/><Relationship Id="rId170" Type="http://schemas.openxmlformats.org/officeDocument/2006/relationships/slide" Target="slides/slide18.xml"/><Relationship Id="rId171" Type="http://schemas.openxmlformats.org/officeDocument/2006/relationships/slide" Target="slides/slide19.xml"/><Relationship Id="rId173" Type="http://schemas.openxmlformats.org/officeDocument/2006/relationships/slide" Target="slides/slide20.xml"/><Relationship Id="rId175" Type="http://schemas.openxmlformats.org/officeDocument/2006/relationships/slide" Target="slides/slide21.xml"/><Relationship Id="rId502" Type="http://schemas.openxmlformats.org/officeDocument/2006/relationships/notesMaster" Target="notesMasters/notesMaster1.xml"/><Relationship Id="rId503" Type="http://schemas.openxmlformats.org/officeDocument/2006/relationships/presProps" Target="presProps.xml"/><Relationship Id="rId504" Type="http://schemas.openxmlformats.org/officeDocument/2006/relationships/viewProps" Target="viewProps.xml"/><Relationship Id="rId505" Type="http://schemas.openxmlformats.org/officeDocument/2006/relationships/theme" Target="theme/theme1.xml"/><Relationship Id="rId506" Type="http://schemas.openxmlformats.org/officeDocument/2006/relationships/tableStyles" Target="tableStyles.xml"/><Relationship Id="rId507" Type="http://schemas.microsoft.com/office/2016/11/relationships/changesInfo" Target="changesInfos/changesInfo1.xml"/><Relationship Id="rId508" Type="http://schemas.microsoft.com/office/2015/10/relationships/revisionInfo" Target="revisionInfo.xml"/><Relationship Id="rId509"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y Grande" userId="7ad266ba-0b3d-4d78-9c0c-3f8060328c5c" providerId="ADAL" clId="{3C1B581F-F628-44FF-A308-816DA856AC92}"/>
    <pc:docChg chg="undo custSel addSld delSld modSld sldOrd modMainMaster">
      <pc:chgData name="Lucy Grande" userId="7ad266ba-0b3d-4d78-9c0c-3f8060328c5c" providerId="ADAL" clId="{3C1B581F-F628-44FF-A308-816DA856AC92}" dt="2026-06-06T00:51:28.603" v="895" actId="20577"/>
      <pc:docMkLst>
        <pc:docMk/>
      </pc:docMkLst>
      <pc:sldChg chg="modSp mod">
        <pc:chgData name="Lucy Grande" userId="7ad266ba-0b3d-4d78-9c0c-3f8060328c5c" providerId="ADAL" clId="{3C1B581F-F628-44FF-A308-816DA856AC92}" dt="2026-06-06T00:51:28.603" v="895" actId="20577"/>
        <pc:sldMkLst>
          <pc:docMk/>
          <pc:sldMk cId="0" sldId="256"/>
        </pc:sldMkLst>
        <pc:spChg chg="mod">
          <ac:chgData name="Lucy Grande" userId="7ad266ba-0b3d-4d78-9c0c-3f8060328c5c" providerId="ADAL" clId="{3C1B581F-F628-44FF-A308-816DA856AC92}" dt="2026-06-06T00:51:28.603" v="895" actId="20577"/>
          <ac:spMkLst>
            <pc:docMk/>
            <pc:sldMk cId="0" sldId="256"/>
            <ac:spMk id="4" creationId="{00000000-0000-0000-0000-000000000000}"/>
          </ac:spMkLst>
        </pc:spChg>
        <pc:picChg chg="mod">
          <ac:chgData name="Lucy Grande" userId="7ad266ba-0b3d-4d78-9c0c-3f8060328c5c" providerId="ADAL" clId="{3C1B581F-F628-44FF-A308-816DA856AC92}" dt="2026-06-05T23:48:28.789" v="1" actId="14100"/>
          <ac:picMkLst>
            <pc:docMk/>
            <pc:sldMk cId="0" sldId="256"/>
            <ac:picMk id="5" creationId="{00000000-0000-0000-0000-000000000000}"/>
          </ac:picMkLst>
        </pc:picChg>
        <pc:picChg chg="mod">
          <ac:chgData name="Lucy Grande" userId="7ad266ba-0b3d-4d78-9c0c-3f8060328c5c" providerId="ADAL" clId="{3C1B581F-F628-44FF-A308-816DA856AC92}" dt="2026-06-05T23:48:32.815" v="3" actId="1076"/>
          <ac:picMkLst>
            <pc:docMk/>
            <pc:sldMk cId="0" sldId="256"/>
            <ac:picMk id="6" creationId="{00000000-0000-0000-0000-000000000000}"/>
          </ac:picMkLst>
        </pc:picChg>
      </pc:sldChg>
      <pc:sldChg chg="modSp mod">
        <pc:chgData name="Lucy Grande" userId="7ad266ba-0b3d-4d78-9c0c-3f8060328c5c" providerId="ADAL" clId="{3C1B581F-F628-44FF-A308-816DA856AC92}" dt="2026-06-05T23:48:36.956" v="4" actId="123"/>
        <pc:sldMkLst>
          <pc:docMk/>
          <pc:sldMk cId="0" sldId="257"/>
        </pc:sldMkLst>
        <pc:spChg chg="mod">
          <ac:chgData name="Lucy Grande" userId="7ad266ba-0b3d-4d78-9c0c-3f8060328c5c" providerId="ADAL" clId="{3C1B581F-F628-44FF-A308-816DA856AC92}" dt="2026-06-05T23:48:36.956" v="4" actId="123"/>
          <ac:spMkLst>
            <pc:docMk/>
            <pc:sldMk cId="0" sldId="257"/>
            <ac:spMk id="6" creationId="{00000000-0000-0000-0000-000000000000}"/>
          </ac:spMkLst>
        </pc:spChg>
      </pc:sldChg>
      <pc:sldChg chg="modSp mod">
        <pc:chgData name="Lucy Grande" userId="7ad266ba-0b3d-4d78-9c0c-3f8060328c5c" providerId="ADAL" clId="{3C1B581F-F628-44FF-A308-816DA856AC92}" dt="2026-06-05T23:49:32.926" v="22" actId="255"/>
        <pc:sldMkLst>
          <pc:docMk/>
          <pc:sldMk cId="0" sldId="258"/>
        </pc:sldMkLst>
        <pc:spChg chg="mod">
          <ac:chgData name="Lucy Grande" userId="7ad266ba-0b3d-4d78-9c0c-3f8060328c5c" providerId="ADAL" clId="{3C1B581F-F628-44FF-A308-816DA856AC92}" dt="2026-06-05T23:49:32.926" v="22" actId="255"/>
          <ac:spMkLst>
            <pc:docMk/>
            <pc:sldMk cId="0" sldId="258"/>
            <ac:spMk id="5" creationId="{00000000-0000-0000-0000-000000000000}"/>
          </ac:spMkLst>
        </pc:spChg>
      </pc:sldChg>
      <pc:sldChg chg="addSp delSp modSp mod">
        <pc:chgData name="Lucy Grande" userId="7ad266ba-0b3d-4d78-9c0c-3f8060328c5c" providerId="ADAL" clId="{3C1B581F-F628-44FF-A308-816DA856AC92}" dt="2026-06-05T23:49:27.470" v="21" actId="14100"/>
        <pc:sldMkLst>
          <pc:docMk/>
          <pc:sldMk cId="0" sldId="259"/>
        </pc:sldMkLst>
        <pc:spChg chg="del">
          <ac:chgData name="Lucy Grande" userId="7ad266ba-0b3d-4d78-9c0c-3f8060328c5c" providerId="ADAL" clId="{3C1B581F-F628-44FF-A308-816DA856AC92}" dt="2026-06-05T23:48:55.024" v="11" actId="478"/>
          <ac:spMkLst>
            <pc:docMk/>
            <pc:sldMk cId="0" sldId="259"/>
            <ac:spMk id="2" creationId="{00000000-0000-0000-0000-000000000000}"/>
          </ac:spMkLst>
        </pc:spChg>
        <pc:spChg chg="mod">
          <ac:chgData name="Lucy Grande" userId="7ad266ba-0b3d-4d78-9c0c-3f8060328c5c" providerId="ADAL" clId="{3C1B581F-F628-44FF-A308-816DA856AC92}" dt="2026-06-05T23:49:18.855" v="16" actId="1076"/>
          <ac:spMkLst>
            <pc:docMk/>
            <pc:sldMk cId="0" sldId="259"/>
            <ac:spMk id="3" creationId="{00000000-0000-0000-0000-000000000000}"/>
          </ac:spMkLst>
        </pc:spChg>
        <pc:spChg chg="mod">
          <ac:chgData name="Lucy Grande" userId="7ad266ba-0b3d-4d78-9c0c-3f8060328c5c" providerId="ADAL" clId="{3C1B581F-F628-44FF-A308-816DA856AC92}" dt="2026-06-05T23:49:20.425" v="17" actId="1076"/>
          <ac:spMkLst>
            <pc:docMk/>
            <pc:sldMk cId="0" sldId="259"/>
            <ac:spMk id="4" creationId="{00000000-0000-0000-0000-000000000000}"/>
          </ac:spMkLst>
        </pc:spChg>
        <pc:spChg chg="del">
          <ac:chgData name="Lucy Grande" userId="7ad266ba-0b3d-4d78-9c0c-3f8060328c5c" providerId="ADAL" clId="{3C1B581F-F628-44FF-A308-816DA856AC92}" dt="2026-06-05T23:48:55.693" v="12" actId="478"/>
          <ac:spMkLst>
            <pc:docMk/>
            <pc:sldMk cId="0" sldId="259"/>
            <ac:spMk id="5" creationId="{00000000-0000-0000-0000-000000000000}"/>
          </ac:spMkLst>
        </pc:spChg>
        <pc:spChg chg="mod">
          <ac:chgData name="Lucy Grande" userId="7ad266ba-0b3d-4d78-9c0c-3f8060328c5c" providerId="ADAL" clId="{3C1B581F-F628-44FF-A308-816DA856AC92}" dt="2026-06-05T23:49:27.470" v="21" actId="14100"/>
          <ac:spMkLst>
            <pc:docMk/>
            <pc:sldMk cId="0" sldId="259"/>
            <ac:spMk id="6" creationId="{00000000-0000-0000-0000-000000000000}"/>
          </ac:spMkLst>
        </pc:spChg>
        <pc:spChg chg="add mod">
          <ac:chgData name="Lucy Grande" userId="7ad266ba-0b3d-4d78-9c0c-3f8060328c5c" providerId="ADAL" clId="{3C1B581F-F628-44FF-A308-816DA856AC92}" dt="2026-06-05T23:49:15.260" v="15"/>
          <ac:spMkLst>
            <pc:docMk/>
            <pc:sldMk cId="0" sldId="259"/>
            <ac:spMk id="10" creationId="{D9CA0670-2AF8-2592-72FC-A38A969DF9ED}"/>
          </ac:spMkLst>
        </pc:spChg>
        <pc:picChg chg="del">
          <ac:chgData name="Lucy Grande" userId="7ad266ba-0b3d-4d78-9c0c-3f8060328c5c" providerId="ADAL" clId="{3C1B581F-F628-44FF-A308-816DA856AC92}" dt="2026-06-05T23:48:50.015" v="7" actId="478"/>
          <ac:picMkLst>
            <pc:docMk/>
            <pc:sldMk cId="0" sldId="259"/>
            <ac:picMk id="7" creationId="{00000000-0000-0000-0000-000000000000}"/>
          </ac:picMkLst>
        </pc:picChg>
        <pc:picChg chg="mod">
          <ac:chgData name="Lucy Grande" userId="7ad266ba-0b3d-4d78-9c0c-3f8060328c5c" providerId="ADAL" clId="{3C1B581F-F628-44FF-A308-816DA856AC92}" dt="2026-06-05T23:48:57.509" v="13" actId="1076"/>
          <ac:picMkLst>
            <pc:docMk/>
            <pc:sldMk cId="0" sldId="259"/>
            <ac:picMk id="8" creationId="{00000000-0000-0000-0000-000000000000}"/>
          </ac:picMkLst>
        </pc:picChg>
        <pc:picChg chg="add mod">
          <ac:chgData name="Lucy Grande" userId="7ad266ba-0b3d-4d78-9c0c-3f8060328c5c" providerId="ADAL" clId="{3C1B581F-F628-44FF-A308-816DA856AC92}" dt="2026-06-05T23:49:11.422" v="14"/>
          <ac:picMkLst>
            <pc:docMk/>
            <pc:sldMk cId="0" sldId="259"/>
            <ac:picMk id="9" creationId="{1251D193-93FE-CBD8-C7CC-B1974EE102E5}"/>
          </ac:picMkLst>
        </pc:picChg>
      </pc:sldChg>
      <pc:sldChg chg="addSp delSp modSp mod">
        <pc:chgData name="Lucy Grande" userId="7ad266ba-0b3d-4d78-9c0c-3f8060328c5c" providerId="ADAL" clId="{3C1B581F-F628-44FF-A308-816DA856AC92}" dt="2026-06-05T23:49:49.356" v="29" actId="14100"/>
        <pc:sldMkLst>
          <pc:docMk/>
          <pc:sldMk cId="0" sldId="260"/>
        </pc:sldMkLst>
        <pc:spChg chg="mod">
          <ac:chgData name="Lucy Grande" userId="7ad266ba-0b3d-4d78-9c0c-3f8060328c5c" providerId="ADAL" clId="{3C1B581F-F628-44FF-A308-816DA856AC92}" dt="2026-06-05T23:49:49.356" v="29" actId="14100"/>
          <ac:spMkLst>
            <pc:docMk/>
            <pc:sldMk cId="0" sldId="260"/>
            <ac:spMk id="5" creationId="{00000000-0000-0000-0000-000000000000}"/>
          </ac:spMkLst>
        </pc:spChg>
        <pc:picChg chg="del">
          <ac:chgData name="Lucy Grande" userId="7ad266ba-0b3d-4d78-9c0c-3f8060328c5c" providerId="ADAL" clId="{3C1B581F-F628-44FF-A308-816DA856AC92}" dt="2026-06-05T23:49:36.155" v="23" actId="478"/>
          <ac:picMkLst>
            <pc:docMk/>
            <pc:sldMk cId="0" sldId="260"/>
            <ac:picMk id="6" creationId="{00000000-0000-0000-0000-000000000000}"/>
          </ac:picMkLst>
        </pc:picChg>
        <pc:picChg chg="add mod">
          <ac:chgData name="Lucy Grande" userId="7ad266ba-0b3d-4d78-9c0c-3f8060328c5c" providerId="ADAL" clId="{3C1B581F-F628-44FF-A308-816DA856AC92}" dt="2026-06-05T23:49:40.086" v="24"/>
          <ac:picMkLst>
            <pc:docMk/>
            <pc:sldMk cId="0" sldId="260"/>
            <ac:picMk id="8" creationId="{B0CD1B64-EC3A-5A82-47CE-816493CEC308}"/>
          </ac:picMkLst>
        </pc:picChg>
      </pc:sldChg>
      <pc:sldChg chg="addSp delSp modSp mod">
        <pc:chgData name="Lucy Grande" userId="7ad266ba-0b3d-4d78-9c0c-3f8060328c5c" providerId="ADAL" clId="{3C1B581F-F628-44FF-A308-816DA856AC92}" dt="2026-06-05T23:50:04.574" v="36" actId="255"/>
        <pc:sldMkLst>
          <pc:docMk/>
          <pc:sldMk cId="0" sldId="261"/>
        </pc:sldMkLst>
        <pc:spChg chg="mod">
          <ac:chgData name="Lucy Grande" userId="7ad266ba-0b3d-4d78-9c0c-3f8060328c5c" providerId="ADAL" clId="{3C1B581F-F628-44FF-A308-816DA856AC92}" dt="2026-06-05T23:50:04.574" v="36" actId="255"/>
          <ac:spMkLst>
            <pc:docMk/>
            <pc:sldMk cId="0" sldId="261"/>
            <ac:spMk id="5" creationId="{00000000-0000-0000-0000-000000000000}"/>
          </ac:spMkLst>
        </pc:spChg>
        <pc:picChg chg="del">
          <ac:chgData name="Lucy Grande" userId="7ad266ba-0b3d-4d78-9c0c-3f8060328c5c" providerId="ADAL" clId="{3C1B581F-F628-44FF-A308-816DA856AC92}" dt="2026-06-05T23:49:53.232" v="30" actId="478"/>
          <ac:picMkLst>
            <pc:docMk/>
            <pc:sldMk cId="0" sldId="261"/>
            <ac:picMk id="6" creationId="{00000000-0000-0000-0000-000000000000}"/>
          </ac:picMkLst>
        </pc:picChg>
        <pc:picChg chg="add mod">
          <ac:chgData name="Lucy Grande" userId="7ad266ba-0b3d-4d78-9c0c-3f8060328c5c" providerId="ADAL" clId="{3C1B581F-F628-44FF-A308-816DA856AC92}" dt="2026-06-05T23:49:59.078" v="33" actId="167"/>
          <ac:picMkLst>
            <pc:docMk/>
            <pc:sldMk cId="0" sldId="261"/>
            <ac:picMk id="8" creationId="{2BFFD1AB-0AAB-71F7-7506-0B7743744EC3}"/>
          </ac:picMkLst>
        </pc:picChg>
      </pc:sldChg>
      <pc:sldChg chg="modSp mod">
        <pc:chgData name="Lucy Grande" userId="7ad266ba-0b3d-4d78-9c0c-3f8060328c5c" providerId="ADAL" clId="{3C1B581F-F628-44FF-A308-816DA856AC92}" dt="2026-06-05T23:51:06.062" v="50" actId="20577"/>
        <pc:sldMkLst>
          <pc:docMk/>
          <pc:sldMk cId="0" sldId="262"/>
        </pc:sldMkLst>
        <pc:spChg chg="mod">
          <ac:chgData name="Lucy Grande" userId="7ad266ba-0b3d-4d78-9c0c-3f8060328c5c" providerId="ADAL" clId="{3C1B581F-F628-44FF-A308-816DA856AC92}" dt="2026-06-05T23:51:06.062" v="50" actId="20577"/>
          <ac:spMkLst>
            <pc:docMk/>
            <pc:sldMk cId="0" sldId="262"/>
            <ac:spMk id="4" creationId="{00000000-0000-0000-0000-000000000000}"/>
          </ac:spMkLst>
        </pc:spChg>
      </pc:sldChg>
      <pc:sldChg chg="modSp mod">
        <pc:chgData name="Lucy Grande" userId="7ad266ba-0b3d-4d78-9c0c-3f8060328c5c" providerId="ADAL" clId="{3C1B581F-F628-44FF-A308-816DA856AC92}" dt="2026-06-05T23:51:27.426" v="51" actId="20577"/>
        <pc:sldMkLst>
          <pc:docMk/>
          <pc:sldMk cId="0" sldId="263"/>
        </pc:sldMkLst>
        <pc:spChg chg="mod">
          <ac:chgData name="Lucy Grande" userId="7ad266ba-0b3d-4d78-9c0c-3f8060328c5c" providerId="ADAL" clId="{3C1B581F-F628-44FF-A308-816DA856AC92}" dt="2026-06-05T23:51:27.426" v="51" actId="20577"/>
          <ac:spMkLst>
            <pc:docMk/>
            <pc:sldMk cId="0" sldId="263"/>
            <ac:spMk id="4" creationId="{00000000-0000-0000-0000-000000000000}"/>
          </ac:spMkLst>
        </pc:spChg>
      </pc:sldChg>
      <pc:sldChg chg="addSp delSp modSp mod">
        <pc:chgData name="Lucy Grande" userId="7ad266ba-0b3d-4d78-9c0c-3f8060328c5c" providerId="ADAL" clId="{3C1B581F-F628-44FF-A308-816DA856AC92}" dt="2026-06-05T23:50:39.486" v="47" actId="1076"/>
        <pc:sldMkLst>
          <pc:docMk/>
          <pc:sldMk cId="0" sldId="264"/>
        </pc:sldMkLst>
        <pc:spChg chg="del">
          <ac:chgData name="Lucy Grande" userId="7ad266ba-0b3d-4d78-9c0c-3f8060328c5c" providerId="ADAL" clId="{3C1B581F-F628-44FF-A308-816DA856AC92}" dt="2026-06-05T23:50:13.194" v="39" actId="478"/>
          <ac:spMkLst>
            <pc:docMk/>
            <pc:sldMk cId="0" sldId="264"/>
            <ac:spMk id="2" creationId="{00000000-0000-0000-0000-000000000000}"/>
          </ac:spMkLst>
        </pc:spChg>
        <pc:spChg chg="mod">
          <ac:chgData name="Lucy Grande" userId="7ad266ba-0b3d-4d78-9c0c-3f8060328c5c" providerId="ADAL" clId="{3C1B581F-F628-44FF-A308-816DA856AC92}" dt="2026-06-05T23:50:36.816" v="46" actId="1076"/>
          <ac:spMkLst>
            <pc:docMk/>
            <pc:sldMk cId="0" sldId="264"/>
            <ac:spMk id="3" creationId="{00000000-0000-0000-0000-000000000000}"/>
          </ac:spMkLst>
        </pc:spChg>
        <pc:spChg chg="del">
          <ac:chgData name="Lucy Grande" userId="7ad266ba-0b3d-4d78-9c0c-3f8060328c5c" providerId="ADAL" clId="{3C1B581F-F628-44FF-A308-816DA856AC92}" dt="2026-06-05T23:50:12.334" v="38" actId="478"/>
          <ac:spMkLst>
            <pc:docMk/>
            <pc:sldMk cId="0" sldId="264"/>
            <ac:spMk id="4" creationId="{00000000-0000-0000-0000-000000000000}"/>
          </ac:spMkLst>
        </pc:spChg>
        <pc:spChg chg="mod">
          <ac:chgData name="Lucy Grande" userId="7ad266ba-0b3d-4d78-9c0c-3f8060328c5c" providerId="ADAL" clId="{3C1B581F-F628-44FF-A308-816DA856AC92}" dt="2026-06-05T23:50:39.486" v="47" actId="1076"/>
          <ac:spMkLst>
            <pc:docMk/>
            <pc:sldMk cId="0" sldId="264"/>
            <ac:spMk id="5" creationId="{00000000-0000-0000-0000-000000000000}"/>
          </ac:spMkLst>
        </pc:spChg>
        <pc:picChg chg="del">
          <ac:chgData name="Lucy Grande" userId="7ad266ba-0b3d-4d78-9c0c-3f8060328c5c" providerId="ADAL" clId="{3C1B581F-F628-44FF-A308-816DA856AC92}" dt="2026-06-05T23:50:10.715" v="37" actId="478"/>
          <ac:picMkLst>
            <pc:docMk/>
            <pc:sldMk cId="0" sldId="264"/>
            <ac:picMk id="6" creationId="{00000000-0000-0000-0000-000000000000}"/>
          </ac:picMkLst>
        </pc:picChg>
        <pc:picChg chg="add mod ord">
          <ac:chgData name="Lucy Grande" userId="7ad266ba-0b3d-4d78-9c0c-3f8060328c5c" providerId="ADAL" clId="{3C1B581F-F628-44FF-A308-816DA856AC92}" dt="2026-06-05T23:50:24.233" v="41" actId="167"/>
          <ac:picMkLst>
            <pc:docMk/>
            <pc:sldMk cId="0" sldId="264"/>
            <ac:picMk id="8" creationId="{84552E70-D25A-57BF-1BF3-CA1070EB5223}"/>
          </ac:picMkLst>
        </pc:picChg>
      </pc:sldChg>
      <pc:sldChg chg="modSp mod">
        <pc:chgData name="Lucy Grande" userId="7ad266ba-0b3d-4d78-9c0c-3f8060328c5c" providerId="ADAL" clId="{3C1B581F-F628-44FF-A308-816DA856AC92}" dt="2026-06-05T23:52:09.139" v="55" actId="1076"/>
        <pc:sldMkLst>
          <pc:docMk/>
          <pc:sldMk cId="0" sldId="265"/>
        </pc:sldMkLst>
        <pc:spChg chg="mod">
          <ac:chgData name="Lucy Grande" userId="7ad266ba-0b3d-4d78-9c0c-3f8060328c5c" providerId="ADAL" clId="{3C1B581F-F628-44FF-A308-816DA856AC92}" dt="2026-06-05T23:52:05.040" v="54" actId="1076"/>
          <ac:spMkLst>
            <pc:docMk/>
            <pc:sldMk cId="0" sldId="265"/>
            <ac:spMk id="5" creationId="{00000000-0000-0000-0000-000000000000}"/>
          </ac:spMkLst>
        </pc:spChg>
        <pc:spChg chg="mod">
          <ac:chgData name="Lucy Grande" userId="7ad266ba-0b3d-4d78-9c0c-3f8060328c5c" providerId="ADAL" clId="{3C1B581F-F628-44FF-A308-816DA856AC92}" dt="2026-06-05T23:52:09.139" v="55" actId="1076"/>
          <ac:spMkLst>
            <pc:docMk/>
            <pc:sldMk cId="0" sldId="265"/>
            <ac:spMk id="7" creationId="{00000000-0000-0000-0000-000000000000}"/>
          </ac:spMkLst>
        </pc:spChg>
      </pc:sldChg>
      <pc:sldChg chg="modSp mod">
        <pc:chgData name="Lucy Grande" userId="7ad266ba-0b3d-4d78-9c0c-3f8060328c5c" providerId="ADAL" clId="{3C1B581F-F628-44FF-A308-816DA856AC92}" dt="2026-06-05T23:52:20.281" v="56" actId="123"/>
        <pc:sldMkLst>
          <pc:docMk/>
          <pc:sldMk cId="0" sldId="266"/>
        </pc:sldMkLst>
        <pc:spChg chg="mod">
          <ac:chgData name="Lucy Grande" userId="7ad266ba-0b3d-4d78-9c0c-3f8060328c5c" providerId="ADAL" clId="{3C1B581F-F628-44FF-A308-816DA856AC92}" dt="2026-06-05T23:52:20.281" v="56" actId="123"/>
          <ac:spMkLst>
            <pc:docMk/>
            <pc:sldMk cId="0" sldId="266"/>
            <ac:spMk id="6" creationId="{00000000-0000-0000-0000-000000000000}"/>
          </ac:spMkLst>
        </pc:spChg>
      </pc:sldChg>
      <pc:sldChg chg="modSp mod">
        <pc:chgData name="Lucy Grande" userId="7ad266ba-0b3d-4d78-9c0c-3f8060328c5c" providerId="ADAL" clId="{3C1B581F-F628-44FF-A308-816DA856AC92}" dt="2026-06-05T23:52:37.482" v="60" actId="1076"/>
        <pc:sldMkLst>
          <pc:docMk/>
          <pc:sldMk cId="0" sldId="267"/>
        </pc:sldMkLst>
        <pc:spChg chg="mod">
          <ac:chgData name="Lucy Grande" userId="7ad266ba-0b3d-4d78-9c0c-3f8060328c5c" providerId="ADAL" clId="{3C1B581F-F628-44FF-A308-816DA856AC92}" dt="2026-06-05T23:52:37.482" v="60" actId="1076"/>
          <ac:spMkLst>
            <pc:docMk/>
            <pc:sldMk cId="0" sldId="267"/>
            <ac:spMk id="6" creationId="{00000000-0000-0000-0000-000000000000}"/>
          </ac:spMkLst>
        </pc:spChg>
      </pc:sldChg>
      <pc:sldChg chg="modSp mod">
        <pc:chgData name="Lucy Grande" userId="7ad266ba-0b3d-4d78-9c0c-3f8060328c5c" providerId="ADAL" clId="{3C1B581F-F628-44FF-A308-816DA856AC92}" dt="2026-06-05T23:52:57.924" v="62" actId="14734"/>
        <pc:sldMkLst>
          <pc:docMk/>
          <pc:sldMk cId="0" sldId="270"/>
        </pc:sldMkLst>
        <pc:graphicFrameChg chg="modGraphic">
          <ac:chgData name="Lucy Grande" userId="7ad266ba-0b3d-4d78-9c0c-3f8060328c5c" providerId="ADAL" clId="{3C1B581F-F628-44FF-A308-816DA856AC92}" dt="2026-06-05T23:52:57.924" v="62" actId="14734"/>
          <ac:graphicFrameMkLst>
            <pc:docMk/>
            <pc:sldMk cId="0" sldId="270"/>
            <ac:graphicFrameMk id="5" creationId="{00000000-0000-0000-0000-000000000000}"/>
          </ac:graphicFrameMkLst>
        </pc:graphicFrameChg>
      </pc:sldChg>
      <pc:sldChg chg="modSp mod">
        <pc:chgData name="Lucy Grande" userId="7ad266ba-0b3d-4d78-9c0c-3f8060328c5c" providerId="ADAL" clId="{3C1B581F-F628-44FF-A308-816DA856AC92}" dt="2026-06-05T23:53:26.958" v="64" actId="123"/>
        <pc:sldMkLst>
          <pc:docMk/>
          <pc:sldMk cId="0" sldId="276"/>
        </pc:sldMkLst>
        <pc:spChg chg="mod">
          <ac:chgData name="Lucy Grande" userId="7ad266ba-0b3d-4d78-9c0c-3f8060328c5c" providerId="ADAL" clId="{3C1B581F-F628-44FF-A308-816DA856AC92}" dt="2026-06-05T23:53:16.904" v="63" actId="1076"/>
          <ac:spMkLst>
            <pc:docMk/>
            <pc:sldMk cId="0" sldId="276"/>
            <ac:spMk id="3" creationId="{00000000-0000-0000-0000-000000000000}"/>
          </ac:spMkLst>
        </pc:spChg>
        <pc:spChg chg="mod">
          <ac:chgData name="Lucy Grande" userId="7ad266ba-0b3d-4d78-9c0c-3f8060328c5c" providerId="ADAL" clId="{3C1B581F-F628-44FF-A308-816DA856AC92}" dt="2026-06-05T23:53:26.958" v="64" actId="123"/>
          <ac:spMkLst>
            <pc:docMk/>
            <pc:sldMk cId="0" sldId="276"/>
            <ac:spMk id="6" creationId="{00000000-0000-0000-0000-000000000000}"/>
          </ac:spMkLst>
        </pc:spChg>
      </pc:sldChg>
      <pc:sldChg chg="modSp mod">
        <pc:chgData name="Lucy Grande" userId="7ad266ba-0b3d-4d78-9c0c-3f8060328c5c" providerId="ADAL" clId="{3C1B581F-F628-44FF-A308-816DA856AC92}" dt="2026-06-05T23:53:44.963" v="66" actId="1076"/>
        <pc:sldMkLst>
          <pc:docMk/>
          <pc:sldMk cId="0" sldId="278"/>
        </pc:sldMkLst>
        <pc:spChg chg="mod">
          <ac:chgData name="Lucy Grande" userId="7ad266ba-0b3d-4d78-9c0c-3f8060328c5c" providerId="ADAL" clId="{3C1B581F-F628-44FF-A308-816DA856AC92}" dt="2026-06-05T23:53:44.963" v="66" actId="1076"/>
          <ac:spMkLst>
            <pc:docMk/>
            <pc:sldMk cId="0" sldId="278"/>
            <ac:spMk id="6" creationId="{00000000-0000-0000-0000-000000000000}"/>
          </ac:spMkLst>
        </pc:spChg>
        <pc:graphicFrameChg chg="modGraphic">
          <ac:chgData name="Lucy Grande" userId="7ad266ba-0b3d-4d78-9c0c-3f8060328c5c" providerId="ADAL" clId="{3C1B581F-F628-44FF-A308-816DA856AC92}" dt="2026-06-05T23:53:42.101" v="65" actId="255"/>
          <ac:graphicFrameMkLst>
            <pc:docMk/>
            <pc:sldMk cId="0" sldId="278"/>
            <ac:graphicFrameMk id="5" creationId="{00000000-0000-0000-0000-000000000000}"/>
          </ac:graphicFrameMkLst>
        </pc:graphicFrameChg>
      </pc:sldChg>
      <pc:sldChg chg="modSp mod">
        <pc:chgData name="Lucy Grande" userId="7ad266ba-0b3d-4d78-9c0c-3f8060328c5c" providerId="ADAL" clId="{3C1B581F-F628-44FF-A308-816DA856AC92}" dt="2026-06-05T23:54:08.226" v="71" actId="1076"/>
        <pc:sldMkLst>
          <pc:docMk/>
          <pc:sldMk cId="0" sldId="282"/>
        </pc:sldMkLst>
        <pc:graphicFrameChg chg="mod modGraphic">
          <ac:chgData name="Lucy Grande" userId="7ad266ba-0b3d-4d78-9c0c-3f8060328c5c" providerId="ADAL" clId="{3C1B581F-F628-44FF-A308-816DA856AC92}" dt="2026-06-05T23:54:08.226" v="71" actId="1076"/>
          <ac:graphicFrameMkLst>
            <pc:docMk/>
            <pc:sldMk cId="0" sldId="282"/>
            <ac:graphicFrameMk id="5" creationId="{00000000-0000-0000-0000-000000000000}"/>
          </ac:graphicFrameMkLst>
        </pc:graphicFrameChg>
      </pc:sldChg>
      <pc:sldChg chg="modSp mod">
        <pc:chgData name="Lucy Grande" userId="7ad266ba-0b3d-4d78-9c0c-3f8060328c5c" providerId="ADAL" clId="{3C1B581F-F628-44FF-A308-816DA856AC92}" dt="2026-06-05T23:54:50.846" v="72" actId="123"/>
        <pc:sldMkLst>
          <pc:docMk/>
          <pc:sldMk cId="0" sldId="289"/>
        </pc:sldMkLst>
        <pc:spChg chg="mod">
          <ac:chgData name="Lucy Grande" userId="7ad266ba-0b3d-4d78-9c0c-3f8060328c5c" providerId="ADAL" clId="{3C1B581F-F628-44FF-A308-816DA856AC92}" dt="2026-06-05T23:54:50.846" v="72" actId="123"/>
          <ac:spMkLst>
            <pc:docMk/>
            <pc:sldMk cId="0" sldId="289"/>
            <ac:spMk id="6" creationId="{00000000-0000-0000-0000-000000000000}"/>
          </ac:spMkLst>
        </pc:spChg>
      </pc:sldChg>
      <pc:sldChg chg="modSp mod">
        <pc:chgData name="Lucy Grande" userId="7ad266ba-0b3d-4d78-9c0c-3f8060328c5c" providerId="ADAL" clId="{3C1B581F-F628-44FF-A308-816DA856AC92}" dt="2026-06-05T23:56:39.794" v="81" actId="1076"/>
        <pc:sldMkLst>
          <pc:docMk/>
          <pc:sldMk cId="0" sldId="316"/>
        </pc:sldMkLst>
        <pc:spChg chg="mod">
          <ac:chgData name="Lucy Grande" userId="7ad266ba-0b3d-4d78-9c0c-3f8060328c5c" providerId="ADAL" clId="{3C1B581F-F628-44FF-A308-816DA856AC92}" dt="2026-06-05T23:56:39.794" v="81" actId="1076"/>
          <ac:spMkLst>
            <pc:docMk/>
            <pc:sldMk cId="0" sldId="316"/>
            <ac:spMk id="3" creationId="{00000000-0000-0000-0000-000000000000}"/>
          </ac:spMkLst>
        </pc:spChg>
      </pc:sldChg>
      <pc:sldChg chg="modSp mod">
        <pc:chgData name="Lucy Grande" userId="7ad266ba-0b3d-4d78-9c0c-3f8060328c5c" providerId="ADAL" clId="{3C1B581F-F628-44FF-A308-816DA856AC92}" dt="2026-06-06T00:49:25.194" v="868" actId="123"/>
        <pc:sldMkLst>
          <pc:docMk/>
          <pc:sldMk cId="0" sldId="317"/>
        </pc:sldMkLst>
        <pc:spChg chg="mod">
          <ac:chgData name="Lucy Grande" userId="7ad266ba-0b3d-4d78-9c0c-3f8060328c5c" providerId="ADAL" clId="{3C1B581F-F628-44FF-A308-816DA856AC92}" dt="2026-06-06T00:01:01.649" v="129" actId="20577"/>
          <ac:spMkLst>
            <pc:docMk/>
            <pc:sldMk cId="0" sldId="317"/>
            <ac:spMk id="3" creationId="{00000000-0000-0000-0000-000000000000}"/>
          </ac:spMkLst>
        </pc:spChg>
        <pc:spChg chg="mod">
          <ac:chgData name="Lucy Grande" userId="7ad266ba-0b3d-4d78-9c0c-3f8060328c5c" providerId="ADAL" clId="{3C1B581F-F628-44FF-A308-816DA856AC92}" dt="2026-06-06T00:49:25.194" v="868" actId="123"/>
          <ac:spMkLst>
            <pc:docMk/>
            <pc:sldMk cId="0" sldId="317"/>
            <ac:spMk id="6" creationId="{00000000-0000-0000-0000-000000000000}"/>
          </ac:spMkLst>
        </pc:spChg>
      </pc:sldChg>
      <pc:sldChg chg="addSp modSp">
        <pc:chgData name="Lucy Grande" userId="7ad266ba-0b3d-4d78-9c0c-3f8060328c5c" providerId="ADAL" clId="{3C1B581F-F628-44FF-A308-816DA856AC92}" dt="2026-06-06T00:49:00.551" v="859"/>
        <pc:sldMkLst>
          <pc:docMk/>
          <pc:sldMk cId="0" sldId="318"/>
        </pc:sldMkLst>
        <pc:spChg chg="add mod">
          <ac:chgData name="Lucy Grande" userId="7ad266ba-0b3d-4d78-9c0c-3f8060328c5c" providerId="ADAL" clId="{3C1B581F-F628-44FF-A308-816DA856AC92}" dt="2026-06-06T00:49:00.551" v="859"/>
          <ac:spMkLst>
            <pc:docMk/>
            <pc:sldMk cId="0" sldId="318"/>
            <ac:spMk id="7" creationId="{B4A6BD75-B7F3-0ACF-4A0C-D1E9B50E3F30}"/>
          </ac:spMkLst>
        </pc:spChg>
      </pc:sldChg>
      <pc:sldChg chg="modSp mod">
        <pc:chgData name="Lucy Grande" userId="7ad266ba-0b3d-4d78-9c0c-3f8060328c5c" providerId="ADAL" clId="{3C1B581F-F628-44FF-A308-816DA856AC92}" dt="2026-06-06T00:49:21.663" v="867" actId="123"/>
        <pc:sldMkLst>
          <pc:docMk/>
          <pc:sldMk cId="0" sldId="319"/>
        </pc:sldMkLst>
        <pc:spChg chg="mod">
          <ac:chgData name="Lucy Grande" userId="7ad266ba-0b3d-4d78-9c0c-3f8060328c5c" providerId="ADAL" clId="{3C1B581F-F628-44FF-A308-816DA856AC92}" dt="2026-06-06T00:02:14.126" v="151" actId="1076"/>
          <ac:spMkLst>
            <pc:docMk/>
            <pc:sldMk cId="0" sldId="319"/>
            <ac:spMk id="3" creationId="{00000000-0000-0000-0000-000000000000}"/>
          </ac:spMkLst>
        </pc:spChg>
        <pc:spChg chg="mod">
          <ac:chgData name="Lucy Grande" userId="7ad266ba-0b3d-4d78-9c0c-3f8060328c5c" providerId="ADAL" clId="{3C1B581F-F628-44FF-A308-816DA856AC92}" dt="2026-06-06T00:49:21.663" v="867" actId="123"/>
          <ac:spMkLst>
            <pc:docMk/>
            <pc:sldMk cId="0" sldId="319"/>
            <ac:spMk id="6" creationId="{00000000-0000-0000-0000-000000000000}"/>
          </ac:spMkLst>
        </pc:spChg>
      </pc:sldChg>
      <pc:sldChg chg="addSp modSp">
        <pc:chgData name="Lucy Grande" userId="7ad266ba-0b3d-4d78-9c0c-3f8060328c5c" providerId="ADAL" clId="{3C1B581F-F628-44FF-A308-816DA856AC92}" dt="2026-06-06T00:49:02.393" v="860"/>
        <pc:sldMkLst>
          <pc:docMk/>
          <pc:sldMk cId="0" sldId="320"/>
        </pc:sldMkLst>
        <pc:spChg chg="add mod">
          <ac:chgData name="Lucy Grande" userId="7ad266ba-0b3d-4d78-9c0c-3f8060328c5c" providerId="ADAL" clId="{3C1B581F-F628-44FF-A308-816DA856AC92}" dt="2026-06-06T00:49:02.393" v="860"/>
          <ac:spMkLst>
            <pc:docMk/>
            <pc:sldMk cId="0" sldId="320"/>
            <ac:spMk id="7" creationId="{62A36840-5551-EDD4-FAD8-940CDC8606BA}"/>
          </ac:spMkLst>
        </pc:spChg>
      </pc:sldChg>
      <pc:sldChg chg="modSp mod">
        <pc:chgData name="Lucy Grande" userId="7ad266ba-0b3d-4d78-9c0c-3f8060328c5c" providerId="ADAL" clId="{3C1B581F-F628-44FF-A308-816DA856AC92}" dt="2026-06-06T00:02:54.475" v="162" actId="1076"/>
        <pc:sldMkLst>
          <pc:docMk/>
          <pc:sldMk cId="0" sldId="321"/>
        </pc:sldMkLst>
        <pc:spChg chg="mod">
          <ac:chgData name="Lucy Grande" userId="7ad266ba-0b3d-4d78-9c0c-3f8060328c5c" providerId="ADAL" clId="{3C1B581F-F628-44FF-A308-816DA856AC92}" dt="2026-06-06T00:02:54.475" v="162" actId="1076"/>
          <ac:spMkLst>
            <pc:docMk/>
            <pc:sldMk cId="0" sldId="321"/>
            <ac:spMk id="6" creationId="{00000000-0000-0000-0000-000000000000}"/>
          </ac:spMkLst>
        </pc:spChg>
      </pc:sldChg>
      <pc:sldChg chg="modSp mod">
        <pc:chgData name="Lucy Grande" userId="7ad266ba-0b3d-4d78-9c0c-3f8060328c5c" providerId="ADAL" clId="{3C1B581F-F628-44FF-A308-816DA856AC92}" dt="2026-06-06T00:07:37.336" v="168" actId="14100"/>
        <pc:sldMkLst>
          <pc:docMk/>
          <pc:sldMk cId="0" sldId="369"/>
        </pc:sldMkLst>
        <pc:spChg chg="mod">
          <ac:chgData name="Lucy Grande" userId="7ad266ba-0b3d-4d78-9c0c-3f8060328c5c" providerId="ADAL" clId="{3C1B581F-F628-44FF-A308-816DA856AC92}" dt="2026-06-06T00:07:37.336" v="168" actId="14100"/>
          <ac:spMkLst>
            <pc:docMk/>
            <pc:sldMk cId="0" sldId="369"/>
            <ac:spMk id="3" creationId="{00000000-0000-0000-0000-000000000000}"/>
          </ac:spMkLst>
        </pc:spChg>
      </pc:sldChg>
      <pc:sldChg chg="modSp mod">
        <pc:chgData name="Lucy Grande" userId="7ad266ba-0b3d-4d78-9c0c-3f8060328c5c" providerId="ADAL" clId="{3C1B581F-F628-44FF-A308-816DA856AC92}" dt="2026-06-06T00:50:02.383" v="871" actId="20577"/>
        <pc:sldMkLst>
          <pc:docMk/>
          <pc:sldMk cId="0" sldId="370"/>
        </pc:sldMkLst>
        <pc:spChg chg="mod">
          <ac:chgData name="Lucy Grande" userId="7ad266ba-0b3d-4d78-9c0c-3f8060328c5c" providerId="ADAL" clId="{3C1B581F-F628-44FF-A308-816DA856AC92}" dt="2026-06-06T00:08:24.598" v="188" actId="1076"/>
          <ac:spMkLst>
            <pc:docMk/>
            <pc:sldMk cId="0" sldId="370"/>
            <ac:spMk id="3" creationId="{00000000-0000-0000-0000-000000000000}"/>
          </ac:spMkLst>
        </pc:spChg>
        <pc:spChg chg="mod">
          <ac:chgData name="Lucy Grande" userId="7ad266ba-0b3d-4d78-9c0c-3f8060328c5c" providerId="ADAL" clId="{3C1B581F-F628-44FF-A308-816DA856AC92}" dt="2026-06-06T00:50:02.383" v="871" actId="20577"/>
          <ac:spMkLst>
            <pc:docMk/>
            <pc:sldMk cId="0" sldId="370"/>
            <ac:spMk id="6" creationId="{00000000-0000-0000-0000-000000000000}"/>
          </ac:spMkLst>
        </pc:spChg>
      </pc:sldChg>
      <pc:sldChg chg="addSp delSp modSp mod">
        <pc:chgData name="Lucy Grande" userId="7ad266ba-0b3d-4d78-9c0c-3f8060328c5c" providerId="ADAL" clId="{3C1B581F-F628-44FF-A308-816DA856AC92}" dt="2026-06-06T00:14:50.346" v="293" actId="20577"/>
        <pc:sldMkLst>
          <pc:docMk/>
          <pc:sldMk cId="0" sldId="371"/>
        </pc:sldMkLst>
        <pc:spChg chg="add del mod">
          <ac:chgData name="Lucy Grande" userId="7ad266ba-0b3d-4d78-9c0c-3f8060328c5c" providerId="ADAL" clId="{3C1B581F-F628-44FF-A308-816DA856AC92}" dt="2026-06-06T00:12:37.680" v="222" actId="478"/>
          <ac:spMkLst>
            <pc:docMk/>
            <pc:sldMk cId="0" sldId="371"/>
            <ac:spMk id="7" creationId="{DD36A590-6B61-AB3F-484D-2A64893E9681}"/>
          </ac:spMkLst>
        </pc:spChg>
        <pc:spChg chg="add del mod">
          <ac:chgData name="Lucy Grande" userId="7ad266ba-0b3d-4d78-9c0c-3f8060328c5c" providerId="ADAL" clId="{3C1B581F-F628-44FF-A308-816DA856AC92}" dt="2026-06-06T00:13:24.539" v="228" actId="478"/>
          <ac:spMkLst>
            <pc:docMk/>
            <pc:sldMk cId="0" sldId="371"/>
            <ac:spMk id="8" creationId="{632B73DF-8FBF-22DA-B108-CBA00AD2F3E9}"/>
          </ac:spMkLst>
        </pc:spChg>
        <pc:spChg chg="add mod">
          <ac:chgData name="Lucy Grande" userId="7ad266ba-0b3d-4d78-9c0c-3f8060328c5c" providerId="ADAL" clId="{3C1B581F-F628-44FF-A308-816DA856AC92}" dt="2026-06-06T00:12:49.354" v="226"/>
          <ac:spMkLst>
            <pc:docMk/>
            <pc:sldMk cId="0" sldId="371"/>
            <ac:spMk id="9" creationId="{9C7C9745-48DD-F4D6-7274-65CB183454AF}"/>
          </ac:spMkLst>
        </pc:spChg>
        <pc:spChg chg="add mod">
          <ac:chgData name="Lucy Grande" userId="7ad266ba-0b3d-4d78-9c0c-3f8060328c5c" providerId="ADAL" clId="{3C1B581F-F628-44FF-A308-816DA856AC92}" dt="2026-06-06T00:14:50.346" v="293" actId="20577"/>
          <ac:spMkLst>
            <pc:docMk/>
            <pc:sldMk cId="0" sldId="371"/>
            <ac:spMk id="10" creationId="{19671309-7B86-6B6E-8852-67E4F3F0CFD0}"/>
          </ac:spMkLst>
        </pc:spChg>
      </pc:sldChg>
      <pc:sldChg chg="modSp mod">
        <pc:chgData name="Lucy Grande" userId="7ad266ba-0b3d-4d78-9c0c-3f8060328c5c" providerId="ADAL" clId="{3C1B581F-F628-44FF-A308-816DA856AC92}" dt="2026-06-06T00:50:10.895" v="875" actId="20577"/>
        <pc:sldMkLst>
          <pc:docMk/>
          <pc:sldMk cId="0" sldId="372"/>
        </pc:sldMkLst>
        <pc:spChg chg="mod">
          <ac:chgData name="Lucy Grande" userId="7ad266ba-0b3d-4d78-9c0c-3f8060328c5c" providerId="ADAL" clId="{3C1B581F-F628-44FF-A308-816DA856AC92}" dt="2026-06-06T00:16:26.732" v="302" actId="1076"/>
          <ac:spMkLst>
            <pc:docMk/>
            <pc:sldMk cId="0" sldId="372"/>
            <ac:spMk id="3" creationId="{00000000-0000-0000-0000-000000000000}"/>
          </ac:spMkLst>
        </pc:spChg>
        <pc:spChg chg="mod">
          <ac:chgData name="Lucy Grande" userId="7ad266ba-0b3d-4d78-9c0c-3f8060328c5c" providerId="ADAL" clId="{3C1B581F-F628-44FF-A308-816DA856AC92}" dt="2026-06-06T00:50:10.895" v="875" actId="20577"/>
          <ac:spMkLst>
            <pc:docMk/>
            <pc:sldMk cId="0" sldId="372"/>
            <ac:spMk id="6" creationId="{00000000-0000-0000-0000-000000000000}"/>
          </ac:spMkLst>
        </pc:spChg>
      </pc:sldChg>
      <pc:sldChg chg="addSp modSp">
        <pc:chgData name="Lucy Grande" userId="7ad266ba-0b3d-4d78-9c0c-3f8060328c5c" providerId="ADAL" clId="{3C1B581F-F628-44FF-A308-816DA856AC92}" dt="2026-06-06T00:15:07.651" v="294"/>
        <pc:sldMkLst>
          <pc:docMk/>
          <pc:sldMk cId="0" sldId="373"/>
        </pc:sldMkLst>
        <pc:spChg chg="add mod">
          <ac:chgData name="Lucy Grande" userId="7ad266ba-0b3d-4d78-9c0c-3f8060328c5c" providerId="ADAL" clId="{3C1B581F-F628-44FF-A308-816DA856AC92}" dt="2026-06-06T00:15:07.651" v="294"/>
          <ac:spMkLst>
            <pc:docMk/>
            <pc:sldMk cId="0" sldId="373"/>
            <ac:spMk id="7" creationId="{2CB26D37-6255-2568-C4B4-3CCCA8A598D2}"/>
          </ac:spMkLst>
        </pc:spChg>
      </pc:sldChg>
      <pc:sldChg chg="modSp mod">
        <pc:chgData name="Lucy Grande" userId="7ad266ba-0b3d-4d78-9c0c-3f8060328c5c" providerId="ADAL" clId="{3C1B581F-F628-44FF-A308-816DA856AC92}" dt="2026-06-06T00:16:46.462" v="306" actId="123"/>
        <pc:sldMkLst>
          <pc:docMk/>
          <pc:sldMk cId="0" sldId="375"/>
        </pc:sldMkLst>
        <pc:spChg chg="mod">
          <ac:chgData name="Lucy Grande" userId="7ad266ba-0b3d-4d78-9c0c-3f8060328c5c" providerId="ADAL" clId="{3C1B581F-F628-44FF-A308-816DA856AC92}" dt="2026-06-06T00:16:43.747" v="304" actId="1076"/>
          <ac:spMkLst>
            <pc:docMk/>
            <pc:sldMk cId="0" sldId="375"/>
            <ac:spMk id="5" creationId="{00000000-0000-0000-0000-000000000000}"/>
          </ac:spMkLst>
        </pc:spChg>
        <pc:spChg chg="mod">
          <ac:chgData name="Lucy Grande" userId="7ad266ba-0b3d-4d78-9c0c-3f8060328c5c" providerId="ADAL" clId="{3C1B581F-F628-44FF-A308-816DA856AC92}" dt="2026-06-06T00:16:46.462" v="306" actId="123"/>
          <ac:spMkLst>
            <pc:docMk/>
            <pc:sldMk cId="0" sldId="375"/>
            <ac:spMk id="7" creationId="{00000000-0000-0000-0000-000000000000}"/>
          </ac:spMkLst>
        </pc:spChg>
      </pc:sldChg>
      <pc:sldChg chg="modSp mod">
        <pc:chgData name="Lucy Grande" userId="7ad266ba-0b3d-4d78-9c0c-3f8060328c5c" providerId="ADAL" clId="{3C1B581F-F628-44FF-A308-816DA856AC92}" dt="2026-06-06T00:17:01.304" v="307" actId="123"/>
        <pc:sldMkLst>
          <pc:docMk/>
          <pc:sldMk cId="0" sldId="385"/>
        </pc:sldMkLst>
        <pc:spChg chg="mod">
          <ac:chgData name="Lucy Grande" userId="7ad266ba-0b3d-4d78-9c0c-3f8060328c5c" providerId="ADAL" clId="{3C1B581F-F628-44FF-A308-816DA856AC92}" dt="2026-06-06T00:17:01.304" v="307" actId="123"/>
          <ac:spMkLst>
            <pc:docMk/>
            <pc:sldMk cId="0" sldId="385"/>
            <ac:spMk id="6" creationId="{00000000-0000-0000-0000-000000000000}"/>
          </ac:spMkLst>
        </pc:spChg>
      </pc:sldChg>
      <pc:sldChg chg="modSp mod">
        <pc:chgData name="Lucy Grande" userId="7ad266ba-0b3d-4d78-9c0c-3f8060328c5c" providerId="ADAL" clId="{3C1B581F-F628-44FF-A308-816DA856AC92}" dt="2026-06-06T00:18:17.449" v="316" actId="1076"/>
        <pc:sldMkLst>
          <pc:docMk/>
          <pc:sldMk cId="0" sldId="421"/>
        </pc:sldMkLst>
        <pc:spChg chg="mod">
          <ac:chgData name="Lucy Grande" userId="7ad266ba-0b3d-4d78-9c0c-3f8060328c5c" providerId="ADAL" clId="{3C1B581F-F628-44FF-A308-816DA856AC92}" dt="2026-06-06T00:18:17.449" v="316" actId="1076"/>
          <ac:spMkLst>
            <pc:docMk/>
            <pc:sldMk cId="0" sldId="421"/>
            <ac:spMk id="3" creationId="{00000000-0000-0000-0000-000000000000}"/>
          </ac:spMkLst>
        </pc:spChg>
      </pc:sldChg>
      <pc:sldChg chg="modSp mod">
        <pc:chgData name="Lucy Grande" userId="7ad266ba-0b3d-4d78-9c0c-3f8060328c5c" providerId="ADAL" clId="{3C1B581F-F628-44FF-A308-816DA856AC92}" dt="2026-06-06T00:50:24.178" v="878" actId="20577"/>
        <pc:sldMkLst>
          <pc:docMk/>
          <pc:sldMk cId="0" sldId="422"/>
        </pc:sldMkLst>
        <pc:spChg chg="mod">
          <ac:chgData name="Lucy Grande" userId="7ad266ba-0b3d-4d78-9c0c-3f8060328c5c" providerId="ADAL" clId="{3C1B581F-F628-44FF-A308-816DA856AC92}" dt="2026-06-06T00:18:57.015" v="341" actId="1076"/>
          <ac:spMkLst>
            <pc:docMk/>
            <pc:sldMk cId="0" sldId="422"/>
            <ac:spMk id="3" creationId="{00000000-0000-0000-0000-000000000000}"/>
          </ac:spMkLst>
        </pc:spChg>
        <pc:spChg chg="mod">
          <ac:chgData name="Lucy Grande" userId="7ad266ba-0b3d-4d78-9c0c-3f8060328c5c" providerId="ADAL" clId="{3C1B581F-F628-44FF-A308-816DA856AC92}" dt="2026-06-06T00:50:24.178" v="878" actId="20577"/>
          <ac:spMkLst>
            <pc:docMk/>
            <pc:sldMk cId="0" sldId="422"/>
            <ac:spMk id="6" creationId="{00000000-0000-0000-0000-000000000000}"/>
          </ac:spMkLst>
        </pc:spChg>
      </pc:sldChg>
      <pc:sldChg chg="addSp modSp">
        <pc:chgData name="Lucy Grande" userId="7ad266ba-0b3d-4d78-9c0c-3f8060328c5c" providerId="ADAL" clId="{3C1B581F-F628-44FF-A308-816DA856AC92}" dt="2026-06-06T00:19:51.200" v="349"/>
        <pc:sldMkLst>
          <pc:docMk/>
          <pc:sldMk cId="0" sldId="423"/>
        </pc:sldMkLst>
        <pc:spChg chg="add mod">
          <ac:chgData name="Lucy Grande" userId="7ad266ba-0b3d-4d78-9c0c-3f8060328c5c" providerId="ADAL" clId="{3C1B581F-F628-44FF-A308-816DA856AC92}" dt="2026-06-06T00:19:51.200" v="349"/>
          <ac:spMkLst>
            <pc:docMk/>
            <pc:sldMk cId="0" sldId="423"/>
            <ac:spMk id="7" creationId="{A963232E-B180-2EFC-7D77-C9A366A95A55}"/>
          </ac:spMkLst>
        </pc:spChg>
      </pc:sldChg>
      <pc:sldChg chg="modSp mod">
        <pc:chgData name="Lucy Grande" userId="7ad266ba-0b3d-4d78-9c0c-3f8060328c5c" providerId="ADAL" clId="{3C1B581F-F628-44FF-A308-816DA856AC92}" dt="2026-06-06T00:50:27.613" v="881" actId="20577"/>
        <pc:sldMkLst>
          <pc:docMk/>
          <pc:sldMk cId="0" sldId="424"/>
        </pc:sldMkLst>
        <pc:spChg chg="mod">
          <ac:chgData name="Lucy Grande" userId="7ad266ba-0b3d-4d78-9c0c-3f8060328c5c" providerId="ADAL" clId="{3C1B581F-F628-44FF-A308-816DA856AC92}" dt="2026-06-06T00:20:22.913" v="369" actId="1076"/>
          <ac:spMkLst>
            <pc:docMk/>
            <pc:sldMk cId="0" sldId="424"/>
            <ac:spMk id="3" creationId="{00000000-0000-0000-0000-000000000000}"/>
          </ac:spMkLst>
        </pc:spChg>
        <pc:spChg chg="mod">
          <ac:chgData name="Lucy Grande" userId="7ad266ba-0b3d-4d78-9c0c-3f8060328c5c" providerId="ADAL" clId="{3C1B581F-F628-44FF-A308-816DA856AC92}" dt="2026-06-06T00:50:27.613" v="881" actId="20577"/>
          <ac:spMkLst>
            <pc:docMk/>
            <pc:sldMk cId="0" sldId="424"/>
            <ac:spMk id="6" creationId="{00000000-0000-0000-0000-000000000000}"/>
          </ac:spMkLst>
        </pc:spChg>
      </pc:sldChg>
      <pc:sldChg chg="addSp modSp">
        <pc:chgData name="Lucy Grande" userId="7ad266ba-0b3d-4d78-9c0c-3f8060328c5c" providerId="ADAL" clId="{3C1B581F-F628-44FF-A308-816DA856AC92}" dt="2026-06-06T00:19:53.482" v="350"/>
        <pc:sldMkLst>
          <pc:docMk/>
          <pc:sldMk cId="0" sldId="425"/>
        </pc:sldMkLst>
        <pc:spChg chg="add mod">
          <ac:chgData name="Lucy Grande" userId="7ad266ba-0b3d-4d78-9c0c-3f8060328c5c" providerId="ADAL" clId="{3C1B581F-F628-44FF-A308-816DA856AC92}" dt="2026-06-06T00:19:53.482" v="350"/>
          <ac:spMkLst>
            <pc:docMk/>
            <pc:sldMk cId="0" sldId="425"/>
            <ac:spMk id="7" creationId="{92AA2F13-C555-737E-DECD-07CC4AA9058F}"/>
          </ac:spMkLst>
        </pc:spChg>
      </pc:sldChg>
      <pc:sldChg chg="modSp mod">
        <pc:chgData name="Lucy Grande" userId="7ad266ba-0b3d-4d78-9c0c-3f8060328c5c" providerId="ADAL" clId="{3C1B581F-F628-44FF-A308-816DA856AC92}" dt="2026-06-06T00:20:54.443" v="376" actId="1076"/>
        <pc:sldMkLst>
          <pc:docMk/>
          <pc:sldMk cId="0" sldId="427"/>
        </pc:sldMkLst>
        <pc:spChg chg="mod">
          <ac:chgData name="Lucy Grande" userId="7ad266ba-0b3d-4d78-9c0c-3f8060328c5c" providerId="ADAL" clId="{3C1B581F-F628-44FF-A308-816DA856AC92}" dt="2026-06-06T00:20:54.443" v="376" actId="1076"/>
          <ac:spMkLst>
            <pc:docMk/>
            <pc:sldMk cId="0" sldId="427"/>
            <ac:spMk id="5" creationId="{00000000-0000-0000-0000-000000000000}"/>
          </ac:spMkLst>
        </pc:spChg>
      </pc:sldChg>
      <pc:sldChg chg="modSp mod">
        <pc:chgData name="Lucy Grande" userId="7ad266ba-0b3d-4d78-9c0c-3f8060328c5c" providerId="ADAL" clId="{3C1B581F-F628-44FF-A308-816DA856AC92}" dt="2026-06-06T00:22:04.197" v="386" actId="1076"/>
        <pc:sldMkLst>
          <pc:docMk/>
          <pc:sldMk cId="0" sldId="473"/>
        </pc:sldMkLst>
        <pc:spChg chg="mod">
          <ac:chgData name="Lucy Grande" userId="7ad266ba-0b3d-4d78-9c0c-3f8060328c5c" providerId="ADAL" clId="{3C1B581F-F628-44FF-A308-816DA856AC92}" dt="2026-06-06T00:22:02.061" v="385" actId="1076"/>
          <ac:spMkLst>
            <pc:docMk/>
            <pc:sldMk cId="0" sldId="473"/>
            <ac:spMk id="3" creationId="{00000000-0000-0000-0000-000000000000}"/>
          </ac:spMkLst>
        </pc:spChg>
        <pc:picChg chg="mod">
          <ac:chgData name="Lucy Grande" userId="7ad266ba-0b3d-4d78-9c0c-3f8060328c5c" providerId="ADAL" clId="{3C1B581F-F628-44FF-A308-816DA856AC92}" dt="2026-06-06T00:22:04.197" v="386" actId="1076"/>
          <ac:picMkLst>
            <pc:docMk/>
            <pc:sldMk cId="0" sldId="473"/>
            <ac:picMk id="4" creationId="{00000000-0000-0000-0000-000000000000}"/>
          </ac:picMkLst>
        </pc:picChg>
      </pc:sldChg>
      <pc:sldChg chg="modSp mod">
        <pc:chgData name="Lucy Grande" userId="7ad266ba-0b3d-4d78-9c0c-3f8060328c5c" providerId="ADAL" clId="{3C1B581F-F628-44FF-A308-816DA856AC92}" dt="2026-06-06T00:50:41.145" v="884" actId="20577"/>
        <pc:sldMkLst>
          <pc:docMk/>
          <pc:sldMk cId="0" sldId="474"/>
        </pc:sldMkLst>
        <pc:spChg chg="mod">
          <ac:chgData name="Lucy Grande" userId="7ad266ba-0b3d-4d78-9c0c-3f8060328c5c" providerId="ADAL" clId="{3C1B581F-F628-44FF-A308-816DA856AC92}" dt="2026-06-06T00:23:05.027" v="412" actId="1076"/>
          <ac:spMkLst>
            <pc:docMk/>
            <pc:sldMk cId="0" sldId="474"/>
            <ac:spMk id="3" creationId="{00000000-0000-0000-0000-000000000000}"/>
          </ac:spMkLst>
        </pc:spChg>
        <pc:spChg chg="mod">
          <ac:chgData name="Lucy Grande" userId="7ad266ba-0b3d-4d78-9c0c-3f8060328c5c" providerId="ADAL" clId="{3C1B581F-F628-44FF-A308-816DA856AC92}" dt="2026-06-06T00:50:41.145" v="884" actId="20577"/>
          <ac:spMkLst>
            <pc:docMk/>
            <pc:sldMk cId="0" sldId="474"/>
            <ac:spMk id="6" creationId="{00000000-0000-0000-0000-000000000000}"/>
          </ac:spMkLst>
        </pc:spChg>
      </pc:sldChg>
      <pc:sldChg chg="addSp modSp">
        <pc:chgData name="Lucy Grande" userId="7ad266ba-0b3d-4d78-9c0c-3f8060328c5c" providerId="ADAL" clId="{3C1B581F-F628-44FF-A308-816DA856AC92}" dt="2026-06-06T00:21:35.466" v="377"/>
        <pc:sldMkLst>
          <pc:docMk/>
          <pc:sldMk cId="0" sldId="475"/>
        </pc:sldMkLst>
        <pc:spChg chg="add mod">
          <ac:chgData name="Lucy Grande" userId="7ad266ba-0b3d-4d78-9c0c-3f8060328c5c" providerId="ADAL" clId="{3C1B581F-F628-44FF-A308-816DA856AC92}" dt="2026-06-06T00:21:35.466" v="377"/>
          <ac:spMkLst>
            <pc:docMk/>
            <pc:sldMk cId="0" sldId="475"/>
            <ac:spMk id="7" creationId="{B28E67A2-F63E-EEA7-F741-B3888E689255}"/>
          </ac:spMkLst>
        </pc:spChg>
      </pc:sldChg>
      <pc:sldChg chg="modSp mod">
        <pc:chgData name="Lucy Grande" userId="7ad266ba-0b3d-4d78-9c0c-3f8060328c5c" providerId="ADAL" clId="{3C1B581F-F628-44FF-A308-816DA856AC92}" dt="2026-06-06T00:50:44.617" v="887" actId="20577"/>
        <pc:sldMkLst>
          <pc:docMk/>
          <pc:sldMk cId="0" sldId="476"/>
        </pc:sldMkLst>
        <pc:spChg chg="mod">
          <ac:chgData name="Lucy Grande" userId="7ad266ba-0b3d-4d78-9c0c-3f8060328c5c" providerId="ADAL" clId="{3C1B581F-F628-44FF-A308-816DA856AC92}" dt="2026-06-06T00:23:36.027" v="432" actId="1076"/>
          <ac:spMkLst>
            <pc:docMk/>
            <pc:sldMk cId="0" sldId="476"/>
            <ac:spMk id="3" creationId="{00000000-0000-0000-0000-000000000000}"/>
          </ac:spMkLst>
        </pc:spChg>
        <pc:spChg chg="mod">
          <ac:chgData name="Lucy Grande" userId="7ad266ba-0b3d-4d78-9c0c-3f8060328c5c" providerId="ADAL" clId="{3C1B581F-F628-44FF-A308-816DA856AC92}" dt="2026-06-06T00:50:44.617" v="887" actId="20577"/>
          <ac:spMkLst>
            <pc:docMk/>
            <pc:sldMk cId="0" sldId="476"/>
            <ac:spMk id="6" creationId="{00000000-0000-0000-0000-000000000000}"/>
          </ac:spMkLst>
        </pc:spChg>
      </pc:sldChg>
      <pc:sldChg chg="addSp modSp">
        <pc:chgData name="Lucy Grande" userId="7ad266ba-0b3d-4d78-9c0c-3f8060328c5c" providerId="ADAL" clId="{3C1B581F-F628-44FF-A308-816DA856AC92}" dt="2026-06-06T00:21:37.924" v="378"/>
        <pc:sldMkLst>
          <pc:docMk/>
          <pc:sldMk cId="0" sldId="477"/>
        </pc:sldMkLst>
        <pc:spChg chg="add mod">
          <ac:chgData name="Lucy Grande" userId="7ad266ba-0b3d-4d78-9c0c-3f8060328c5c" providerId="ADAL" clId="{3C1B581F-F628-44FF-A308-816DA856AC92}" dt="2026-06-06T00:21:37.924" v="378"/>
          <ac:spMkLst>
            <pc:docMk/>
            <pc:sldMk cId="0" sldId="477"/>
            <ac:spMk id="7" creationId="{904EE005-0E13-7573-629C-F9CD9397EF8A}"/>
          </ac:spMkLst>
        </pc:spChg>
      </pc:sldChg>
      <pc:sldChg chg="modSp mod">
        <pc:chgData name="Lucy Grande" userId="7ad266ba-0b3d-4d78-9c0c-3f8060328c5c" providerId="ADAL" clId="{3C1B581F-F628-44FF-A308-816DA856AC92}" dt="2026-06-06T00:24:07.593" v="441" actId="1076"/>
        <pc:sldMkLst>
          <pc:docMk/>
          <pc:sldMk cId="0" sldId="479"/>
        </pc:sldMkLst>
        <pc:spChg chg="mod">
          <ac:chgData name="Lucy Grande" userId="7ad266ba-0b3d-4d78-9c0c-3f8060328c5c" providerId="ADAL" clId="{3C1B581F-F628-44FF-A308-816DA856AC92}" dt="2026-06-06T00:24:07.593" v="441" actId="1076"/>
          <ac:spMkLst>
            <pc:docMk/>
            <pc:sldMk cId="0" sldId="479"/>
            <ac:spMk id="5" creationId="{00000000-0000-0000-0000-000000000000}"/>
          </ac:spMkLst>
        </pc:spChg>
      </pc:sldChg>
      <pc:sldChg chg="modSp mod">
        <pc:chgData name="Lucy Grande" userId="7ad266ba-0b3d-4d78-9c0c-3f8060328c5c" providerId="ADAL" clId="{3C1B581F-F628-44FF-A308-816DA856AC92}" dt="2026-06-06T00:25:45.295" v="449" actId="14100"/>
        <pc:sldMkLst>
          <pc:docMk/>
          <pc:sldMk cId="0" sldId="531"/>
        </pc:sldMkLst>
        <pc:spChg chg="mod">
          <ac:chgData name="Lucy Grande" userId="7ad266ba-0b3d-4d78-9c0c-3f8060328c5c" providerId="ADAL" clId="{3C1B581F-F628-44FF-A308-816DA856AC92}" dt="2026-06-06T00:25:45.295" v="449" actId="14100"/>
          <ac:spMkLst>
            <pc:docMk/>
            <pc:sldMk cId="0" sldId="531"/>
            <ac:spMk id="3" creationId="{00000000-0000-0000-0000-000000000000}"/>
          </ac:spMkLst>
        </pc:spChg>
      </pc:sldChg>
      <pc:sldChg chg="modSp mod">
        <pc:chgData name="Lucy Grande" userId="7ad266ba-0b3d-4d78-9c0c-3f8060328c5c" providerId="ADAL" clId="{3C1B581F-F628-44FF-A308-816DA856AC92}" dt="2026-06-06T00:51:05.368" v="890" actId="20577"/>
        <pc:sldMkLst>
          <pc:docMk/>
          <pc:sldMk cId="0" sldId="532"/>
        </pc:sldMkLst>
        <pc:spChg chg="mod">
          <ac:chgData name="Lucy Grande" userId="7ad266ba-0b3d-4d78-9c0c-3f8060328c5c" providerId="ADAL" clId="{3C1B581F-F628-44FF-A308-816DA856AC92}" dt="2026-06-06T00:26:31.075" v="479" actId="1076"/>
          <ac:spMkLst>
            <pc:docMk/>
            <pc:sldMk cId="0" sldId="532"/>
            <ac:spMk id="3" creationId="{00000000-0000-0000-0000-000000000000}"/>
          </ac:spMkLst>
        </pc:spChg>
        <pc:spChg chg="mod">
          <ac:chgData name="Lucy Grande" userId="7ad266ba-0b3d-4d78-9c0c-3f8060328c5c" providerId="ADAL" clId="{3C1B581F-F628-44FF-A308-816DA856AC92}" dt="2026-06-06T00:51:05.368" v="890" actId="20577"/>
          <ac:spMkLst>
            <pc:docMk/>
            <pc:sldMk cId="0" sldId="532"/>
            <ac:spMk id="6" creationId="{00000000-0000-0000-0000-000000000000}"/>
          </ac:spMkLst>
        </pc:spChg>
      </pc:sldChg>
      <pc:sldChg chg="addSp modSp">
        <pc:chgData name="Lucy Grande" userId="7ad266ba-0b3d-4d78-9c0c-3f8060328c5c" providerId="ADAL" clId="{3C1B581F-F628-44FF-A308-816DA856AC92}" dt="2026-06-06T00:25:17.299" v="443"/>
        <pc:sldMkLst>
          <pc:docMk/>
          <pc:sldMk cId="0" sldId="533"/>
        </pc:sldMkLst>
        <pc:spChg chg="add mod">
          <ac:chgData name="Lucy Grande" userId="7ad266ba-0b3d-4d78-9c0c-3f8060328c5c" providerId="ADAL" clId="{3C1B581F-F628-44FF-A308-816DA856AC92}" dt="2026-06-06T00:25:17.299" v="443"/>
          <ac:spMkLst>
            <pc:docMk/>
            <pc:sldMk cId="0" sldId="533"/>
            <ac:spMk id="7" creationId="{DDEF9822-DB26-52F2-EA0C-608419B438B4}"/>
          </ac:spMkLst>
        </pc:spChg>
      </pc:sldChg>
      <pc:sldChg chg="modSp mod">
        <pc:chgData name="Lucy Grande" userId="7ad266ba-0b3d-4d78-9c0c-3f8060328c5c" providerId="ADAL" clId="{3C1B581F-F628-44FF-A308-816DA856AC92}" dt="2026-06-06T00:51:09.074" v="893" actId="20577"/>
        <pc:sldMkLst>
          <pc:docMk/>
          <pc:sldMk cId="0" sldId="534"/>
        </pc:sldMkLst>
        <pc:spChg chg="mod">
          <ac:chgData name="Lucy Grande" userId="7ad266ba-0b3d-4d78-9c0c-3f8060328c5c" providerId="ADAL" clId="{3C1B581F-F628-44FF-A308-816DA856AC92}" dt="2026-06-06T00:27:15.398" v="506" actId="1076"/>
          <ac:spMkLst>
            <pc:docMk/>
            <pc:sldMk cId="0" sldId="534"/>
            <ac:spMk id="3" creationId="{00000000-0000-0000-0000-000000000000}"/>
          </ac:spMkLst>
        </pc:spChg>
        <pc:spChg chg="mod">
          <ac:chgData name="Lucy Grande" userId="7ad266ba-0b3d-4d78-9c0c-3f8060328c5c" providerId="ADAL" clId="{3C1B581F-F628-44FF-A308-816DA856AC92}" dt="2026-06-06T00:51:09.074" v="893" actId="20577"/>
          <ac:spMkLst>
            <pc:docMk/>
            <pc:sldMk cId="0" sldId="534"/>
            <ac:spMk id="6" creationId="{00000000-0000-0000-0000-000000000000}"/>
          </ac:spMkLst>
        </pc:spChg>
      </pc:sldChg>
      <pc:sldChg chg="addSp modSp">
        <pc:chgData name="Lucy Grande" userId="7ad266ba-0b3d-4d78-9c0c-3f8060328c5c" providerId="ADAL" clId="{3C1B581F-F628-44FF-A308-816DA856AC92}" dt="2026-06-06T00:25:19.568" v="444"/>
        <pc:sldMkLst>
          <pc:docMk/>
          <pc:sldMk cId="0" sldId="535"/>
        </pc:sldMkLst>
        <pc:spChg chg="add mod">
          <ac:chgData name="Lucy Grande" userId="7ad266ba-0b3d-4d78-9c0c-3f8060328c5c" providerId="ADAL" clId="{3C1B581F-F628-44FF-A308-816DA856AC92}" dt="2026-06-06T00:25:19.568" v="444"/>
          <ac:spMkLst>
            <pc:docMk/>
            <pc:sldMk cId="0" sldId="535"/>
            <ac:spMk id="7" creationId="{38C4F2F7-93E7-B7BE-3E87-6D5826C7B922}"/>
          </ac:spMkLst>
        </pc:spChg>
      </pc:sldChg>
      <pc:sldChg chg="modSp mod">
        <pc:chgData name="Lucy Grande" userId="7ad266ba-0b3d-4d78-9c0c-3f8060328c5c" providerId="ADAL" clId="{3C1B581F-F628-44FF-A308-816DA856AC92}" dt="2026-06-06T00:30:57.179" v="524" actId="1076"/>
        <pc:sldMkLst>
          <pc:docMk/>
          <pc:sldMk cId="0" sldId="591"/>
        </pc:sldMkLst>
        <pc:spChg chg="mod">
          <ac:chgData name="Lucy Grande" userId="7ad266ba-0b3d-4d78-9c0c-3f8060328c5c" providerId="ADAL" clId="{3C1B581F-F628-44FF-A308-816DA856AC92}" dt="2026-06-06T00:30:57.179" v="524" actId="1076"/>
          <ac:spMkLst>
            <pc:docMk/>
            <pc:sldMk cId="0" sldId="591"/>
            <ac:spMk id="3" creationId="{00000000-0000-0000-0000-000000000000}"/>
          </ac:spMkLst>
        </pc:spChg>
      </pc:sldChg>
      <pc:sldChg chg="modSp mod">
        <pc:chgData name="Lucy Grande" userId="7ad266ba-0b3d-4d78-9c0c-3f8060328c5c" providerId="ADAL" clId="{3C1B581F-F628-44FF-A308-816DA856AC92}" dt="2026-06-06T00:32:36.316" v="561" actId="20577"/>
        <pc:sldMkLst>
          <pc:docMk/>
          <pc:sldMk cId="0" sldId="592"/>
        </pc:sldMkLst>
        <pc:spChg chg="mod">
          <ac:chgData name="Lucy Grande" userId="7ad266ba-0b3d-4d78-9c0c-3f8060328c5c" providerId="ADAL" clId="{3C1B581F-F628-44FF-A308-816DA856AC92}" dt="2026-06-06T00:32:06.802" v="549" actId="1076"/>
          <ac:spMkLst>
            <pc:docMk/>
            <pc:sldMk cId="0" sldId="592"/>
            <ac:spMk id="3" creationId="{00000000-0000-0000-0000-000000000000}"/>
          </ac:spMkLst>
        </pc:spChg>
        <pc:spChg chg="mod">
          <ac:chgData name="Lucy Grande" userId="7ad266ba-0b3d-4d78-9c0c-3f8060328c5c" providerId="ADAL" clId="{3C1B581F-F628-44FF-A308-816DA856AC92}" dt="2026-06-06T00:32:36.316" v="561" actId="20577"/>
          <ac:spMkLst>
            <pc:docMk/>
            <pc:sldMk cId="0" sldId="592"/>
            <ac:spMk id="6" creationId="{00000000-0000-0000-0000-000000000000}"/>
          </ac:spMkLst>
        </pc:spChg>
      </pc:sldChg>
      <pc:sldChg chg="addSp modSp">
        <pc:chgData name="Lucy Grande" userId="7ad266ba-0b3d-4d78-9c0c-3f8060328c5c" providerId="ADAL" clId="{3C1B581F-F628-44FF-A308-816DA856AC92}" dt="2026-06-06T00:30:10.269" v="513"/>
        <pc:sldMkLst>
          <pc:docMk/>
          <pc:sldMk cId="0" sldId="593"/>
        </pc:sldMkLst>
        <pc:spChg chg="add mod">
          <ac:chgData name="Lucy Grande" userId="7ad266ba-0b3d-4d78-9c0c-3f8060328c5c" providerId="ADAL" clId="{3C1B581F-F628-44FF-A308-816DA856AC92}" dt="2026-06-06T00:30:10.269" v="513"/>
          <ac:spMkLst>
            <pc:docMk/>
            <pc:sldMk cId="0" sldId="593"/>
            <ac:spMk id="7" creationId="{7F53086E-1A47-6886-DB94-809CE9F58478}"/>
          </ac:spMkLst>
        </pc:spChg>
      </pc:sldChg>
      <pc:sldChg chg="modSp mod">
        <pc:chgData name="Lucy Grande" userId="7ad266ba-0b3d-4d78-9c0c-3f8060328c5c" providerId="ADAL" clId="{3C1B581F-F628-44FF-A308-816DA856AC92}" dt="2026-06-06T00:33:57.800" v="596" actId="255"/>
        <pc:sldMkLst>
          <pc:docMk/>
          <pc:sldMk cId="0" sldId="594"/>
        </pc:sldMkLst>
        <pc:spChg chg="mod">
          <ac:chgData name="Lucy Grande" userId="7ad266ba-0b3d-4d78-9c0c-3f8060328c5c" providerId="ADAL" clId="{3C1B581F-F628-44FF-A308-816DA856AC92}" dt="2026-06-06T00:33:30.966" v="589" actId="14100"/>
          <ac:spMkLst>
            <pc:docMk/>
            <pc:sldMk cId="0" sldId="594"/>
            <ac:spMk id="2" creationId="{00000000-0000-0000-0000-000000000000}"/>
          </ac:spMkLst>
        </pc:spChg>
        <pc:spChg chg="mod">
          <ac:chgData name="Lucy Grande" userId="7ad266ba-0b3d-4d78-9c0c-3f8060328c5c" providerId="ADAL" clId="{3C1B581F-F628-44FF-A308-816DA856AC92}" dt="2026-06-06T00:33:26.408" v="588" actId="1076"/>
          <ac:spMkLst>
            <pc:docMk/>
            <pc:sldMk cId="0" sldId="594"/>
            <ac:spMk id="3" creationId="{00000000-0000-0000-0000-000000000000}"/>
          </ac:spMkLst>
        </pc:spChg>
        <pc:spChg chg="mod">
          <ac:chgData name="Lucy Grande" userId="7ad266ba-0b3d-4d78-9c0c-3f8060328c5c" providerId="ADAL" clId="{3C1B581F-F628-44FF-A308-816DA856AC92}" dt="2026-06-06T00:33:57.800" v="596" actId="255"/>
          <ac:spMkLst>
            <pc:docMk/>
            <pc:sldMk cId="0" sldId="594"/>
            <ac:spMk id="6" creationId="{00000000-0000-0000-0000-000000000000}"/>
          </ac:spMkLst>
        </pc:spChg>
      </pc:sldChg>
      <pc:sldChg chg="addSp modSp">
        <pc:chgData name="Lucy Grande" userId="7ad266ba-0b3d-4d78-9c0c-3f8060328c5c" providerId="ADAL" clId="{3C1B581F-F628-44FF-A308-816DA856AC92}" dt="2026-06-06T00:30:11.957" v="514"/>
        <pc:sldMkLst>
          <pc:docMk/>
          <pc:sldMk cId="0" sldId="595"/>
        </pc:sldMkLst>
        <pc:spChg chg="add mod">
          <ac:chgData name="Lucy Grande" userId="7ad266ba-0b3d-4d78-9c0c-3f8060328c5c" providerId="ADAL" clId="{3C1B581F-F628-44FF-A308-816DA856AC92}" dt="2026-06-06T00:30:11.957" v="514"/>
          <ac:spMkLst>
            <pc:docMk/>
            <pc:sldMk cId="0" sldId="595"/>
            <ac:spMk id="7" creationId="{7F1EEBAE-C9D4-DE17-3E29-72027F49FA67}"/>
          </ac:spMkLst>
        </pc:spChg>
      </pc:sldChg>
      <pc:sldChg chg="modSp mod">
        <pc:chgData name="Lucy Grande" userId="7ad266ba-0b3d-4d78-9c0c-3f8060328c5c" providerId="ADAL" clId="{3C1B581F-F628-44FF-A308-816DA856AC92}" dt="2026-06-06T00:36:01.743" v="615" actId="1076"/>
        <pc:sldMkLst>
          <pc:docMk/>
          <pc:sldMk cId="0" sldId="642"/>
        </pc:sldMkLst>
        <pc:spChg chg="mod">
          <ac:chgData name="Lucy Grande" userId="7ad266ba-0b3d-4d78-9c0c-3f8060328c5c" providerId="ADAL" clId="{3C1B581F-F628-44FF-A308-816DA856AC92}" dt="2026-06-06T00:36:01.743" v="615" actId="1076"/>
          <ac:spMkLst>
            <pc:docMk/>
            <pc:sldMk cId="0" sldId="642"/>
            <ac:spMk id="3" creationId="{00000000-0000-0000-0000-000000000000}"/>
          </ac:spMkLst>
        </pc:spChg>
      </pc:sldChg>
      <pc:sldChg chg="modSp mod">
        <pc:chgData name="Lucy Grande" userId="7ad266ba-0b3d-4d78-9c0c-3f8060328c5c" providerId="ADAL" clId="{3C1B581F-F628-44FF-A308-816DA856AC92}" dt="2026-06-06T00:36:46.222" v="643" actId="255"/>
        <pc:sldMkLst>
          <pc:docMk/>
          <pc:sldMk cId="0" sldId="643"/>
        </pc:sldMkLst>
        <pc:spChg chg="mod">
          <ac:chgData name="Lucy Grande" userId="7ad266ba-0b3d-4d78-9c0c-3f8060328c5c" providerId="ADAL" clId="{3C1B581F-F628-44FF-A308-816DA856AC92}" dt="2026-06-06T00:36:21.517" v="637" actId="20577"/>
          <ac:spMkLst>
            <pc:docMk/>
            <pc:sldMk cId="0" sldId="643"/>
            <ac:spMk id="3" creationId="{00000000-0000-0000-0000-000000000000}"/>
          </ac:spMkLst>
        </pc:spChg>
        <pc:spChg chg="mod">
          <ac:chgData name="Lucy Grande" userId="7ad266ba-0b3d-4d78-9c0c-3f8060328c5c" providerId="ADAL" clId="{3C1B581F-F628-44FF-A308-816DA856AC92}" dt="2026-06-06T00:36:46.222" v="643" actId="255"/>
          <ac:spMkLst>
            <pc:docMk/>
            <pc:sldMk cId="0" sldId="643"/>
            <ac:spMk id="6" creationId="{00000000-0000-0000-0000-000000000000}"/>
          </ac:spMkLst>
        </pc:spChg>
      </pc:sldChg>
      <pc:sldChg chg="addSp modSp">
        <pc:chgData name="Lucy Grande" userId="7ad266ba-0b3d-4d78-9c0c-3f8060328c5c" providerId="ADAL" clId="{3C1B581F-F628-44FF-A308-816DA856AC92}" dt="2026-06-06T00:35:02.598" v="597"/>
        <pc:sldMkLst>
          <pc:docMk/>
          <pc:sldMk cId="0" sldId="644"/>
        </pc:sldMkLst>
        <pc:spChg chg="add mod">
          <ac:chgData name="Lucy Grande" userId="7ad266ba-0b3d-4d78-9c0c-3f8060328c5c" providerId="ADAL" clId="{3C1B581F-F628-44FF-A308-816DA856AC92}" dt="2026-06-06T00:35:02.598" v="597"/>
          <ac:spMkLst>
            <pc:docMk/>
            <pc:sldMk cId="0" sldId="644"/>
            <ac:spMk id="7" creationId="{63645483-92AE-4E56-F66F-FFAB84EA70D3}"/>
          </ac:spMkLst>
        </pc:spChg>
      </pc:sldChg>
      <pc:sldChg chg="modSp mod">
        <pc:chgData name="Lucy Grande" userId="7ad266ba-0b3d-4d78-9c0c-3f8060328c5c" providerId="ADAL" clId="{3C1B581F-F628-44FF-A308-816DA856AC92}" dt="2026-06-06T00:37:39.493" v="674" actId="20577"/>
        <pc:sldMkLst>
          <pc:docMk/>
          <pc:sldMk cId="0" sldId="645"/>
        </pc:sldMkLst>
        <pc:spChg chg="mod">
          <ac:chgData name="Lucy Grande" userId="7ad266ba-0b3d-4d78-9c0c-3f8060328c5c" providerId="ADAL" clId="{3C1B581F-F628-44FF-A308-816DA856AC92}" dt="2026-06-06T00:37:11.747" v="664" actId="1076"/>
          <ac:spMkLst>
            <pc:docMk/>
            <pc:sldMk cId="0" sldId="645"/>
            <ac:spMk id="3" creationId="{00000000-0000-0000-0000-000000000000}"/>
          </ac:spMkLst>
        </pc:spChg>
        <pc:spChg chg="mod">
          <ac:chgData name="Lucy Grande" userId="7ad266ba-0b3d-4d78-9c0c-3f8060328c5c" providerId="ADAL" clId="{3C1B581F-F628-44FF-A308-816DA856AC92}" dt="2026-06-06T00:37:39.493" v="674" actId="20577"/>
          <ac:spMkLst>
            <pc:docMk/>
            <pc:sldMk cId="0" sldId="645"/>
            <ac:spMk id="6" creationId="{00000000-0000-0000-0000-000000000000}"/>
          </ac:spMkLst>
        </pc:spChg>
      </pc:sldChg>
      <pc:sldChg chg="addSp modSp">
        <pc:chgData name="Lucy Grande" userId="7ad266ba-0b3d-4d78-9c0c-3f8060328c5c" providerId="ADAL" clId="{3C1B581F-F628-44FF-A308-816DA856AC92}" dt="2026-06-06T00:35:04.823" v="598"/>
        <pc:sldMkLst>
          <pc:docMk/>
          <pc:sldMk cId="0" sldId="646"/>
        </pc:sldMkLst>
        <pc:spChg chg="add mod">
          <ac:chgData name="Lucy Grande" userId="7ad266ba-0b3d-4d78-9c0c-3f8060328c5c" providerId="ADAL" clId="{3C1B581F-F628-44FF-A308-816DA856AC92}" dt="2026-06-06T00:35:04.823" v="598"/>
          <ac:spMkLst>
            <pc:docMk/>
            <pc:sldMk cId="0" sldId="646"/>
            <ac:spMk id="7" creationId="{78179247-B957-283F-3210-14F7C8D1C54F}"/>
          </ac:spMkLst>
        </pc:spChg>
      </pc:sldChg>
      <pc:sldChg chg="modSp mod">
        <pc:chgData name="Lucy Grande" userId="7ad266ba-0b3d-4d78-9c0c-3f8060328c5c" providerId="ADAL" clId="{3C1B581F-F628-44FF-A308-816DA856AC92}" dt="2026-06-06T00:38:35.982" v="675" actId="20577"/>
        <pc:sldMkLst>
          <pc:docMk/>
          <pc:sldMk cId="0" sldId="655"/>
        </pc:sldMkLst>
        <pc:spChg chg="mod">
          <ac:chgData name="Lucy Grande" userId="7ad266ba-0b3d-4d78-9c0c-3f8060328c5c" providerId="ADAL" clId="{3C1B581F-F628-44FF-A308-816DA856AC92}" dt="2026-06-06T00:38:35.982" v="675" actId="20577"/>
          <ac:spMkLst>
            <pc:docMk/>
            <pc:sldMk cId="0" sldId="655"/>
            <ac:spMk id="6" creationId="{00000000-0000-0000-0000-000000000000}"/>
          </ac:spMkLst>
        </pc:spChg>
      </pc:sldChg>
      <pc:sldChg chg="modSp mod">
        <pc:chgData name="Lucy Grande" userId="7ad266ba-0b3d-4d78-9c0c-3f8060328c5c" providerId="ADAL" clId="{3C1B581F-F628-44FF-A308-816DA856AC92}" dt="2026-06-06T00:39:08.020" v="685" actId="114"/>
        <pc:sldMkLst>
          <pc:docMk/>
          <pc:sldMk cId="0" sldId="659"/>
        </pc:sldMkLst>
        <pc:graphicFrameChg chg="modGraphic">
          <ac:chgData name="Lucy Grande" userId="7ad266ba-0b3d-4d78-9c0c-3f8060328c5c" providerId="ADAL" clId="{3C1B581F-F628-44FF-A308-816DA856AC92}" dt="2026-06-06T00:39:08.020" v="685" actId="114"/>
          <ac:graphicFrameMkLst>
            <pc:docMk/>
            <pc:sldMk cId="0" sldId="659"/>
            <ac:graphicFrameMk id="5" creationId="{00000000-0000-0000-0000-000000000000}"/>
          </ac:graphicFrameMkLst>
        </pc:graphicFrameChg>
      </pc:sldChg>
      <pc:sldChg chg="modSp mod">
        <pc:chgData name="Lucy Grande" userId="7ad266ba-0b3d-4d78-9c0c-3f8060328c5c" providerId="ADAL" clId="{3C1B581F-F628-44FF-A308-816DA856AC92}" dt="2026-06-06T00:41:33.599" v="696" actId="1076"/>
        <pc:sldMkLst>
          <pc:docMk/>
          <pc:sldMk cId="0" sldId="696"/>
        </pc:sldMkLst>
        <pc:spChg chg="mod">
          <ac:chgData name="Lucy Grande" userId="7ad266ba-0b3d-4d78-9c0c-3f8060328c5c" providerId="ADAL" clId="{3C1B581F-F628-44FF-A308-816DA856AC92}" dt="2026-06-06T00:41:33.599" v="696" actId="1076"/>
          <ac:spMkLst>
            <pc:docMk/>
            <pc:sldMk cId="0" sldId="696"/>
            <ac:spMk id="3" creationId="{00000000-0000-0000-0000-000000000000}"/>
          </ac:spMkLst>
        </pc:spChg>
      </pc:sldChg>
      <pc:sldChg chg="modSp mod">
        <pc:chgData name="Lucy Grande" userId="7ad266ba-0b3d-4d78-9c0c-3f8060328c5c" providerId="ADAL" clId="{3C1B581F-F628-44FF-A308-816DA856AC92}" dt="2026-06-06T00:42:58.574" v="733" actId="20577"/>
        <pc:sldMkLst>
          <pc:docMk/>
          <pc:sldMk cId="0" sldId="697"/>
        </pc:sldMkLst>
        <pc:spChg chg="mod">
          <ac:chgData name="Lucy Grande" userId="7ad266ba-0b3d-4d78-9c0c-3f8060328c5c" providerId="ADAL" clId="{3C1B581F-F628-44FF-A308-816DA856AC92}" dt="2026-06-06T00:42:25.018" v="724" actId="1076"/>
          <ac:spMkLst>
            <pc:docMk/>
            <pc:sldMk cId="0" sldId="697"/>
            <ac:spMk id="3" creationId="{00000000-0000-0000-0000-000000000000}"/>
          </ac:spMkLst>
        </pc:spChg>
        <pc:spChg chg="mod">
          <ac:chgData name="Lucy Grande" userId="7ad266ba-0b3d-4d78-9c0c-3f8060328c5c" providerId="ADAL" clId="{3C1B581F-F628-44FF-A308-816DA856AC92}" dt="2026-06-06T00:42:58.574" v="733" actId="20577"/>
          <ac:spMkLst>
            <pc:docMk/>
            <pc:sldMk cId="0" sldId="697"/>
            <ac:spMk id="6" creationId="{00000000-0000-0000-0000-000000000000}"/>
          </ac:spMkLst>
        </pc:spChg>
      </pc:sldChg>
      <pc:sldChg chg="addSp modSp">
        <pc:chgData name="Lucy Grande" userId="7ad266ba-0b3d-4d78-9c0c-3f8060328c5c" providerId="ADAL" clId="{3C1B581F-F628-44FF-A308-816DA856AC92}" dt="2026-06-06T00:41:01.666" v="686"/>
        <pc:sldMkLst>
          <pc:docMk/>
          <pc:sldMk cId="0" sldId="698"/>
        </pc:sldMkLst>
        <pc:spChg chg="add mod">
          <ac:chgData name="Lucy Grande" userId="7ad266ba-0b3d-4d78-9c0c-3f8060328c5c" providerId="ADAL" clId="{3C1B581F-F628-44FF-A308-816DA856AC92}" dt="2026-06-06T00:41:01.666" v="686"/>
          <ac:spMkLst>
            <pc:docMk/>
            <pc:sldMk cId="0" sldId="698"/>
            <ac:spMk id="7" creationId="{1228A8C4-655E-CEC5-8844-2FBB03A8D2BD}"/>
          </ac:spMkLst>
        </pc:spChg>
      </pc:sldChg>
      <pc:sldChg chg="modSp mod">
        <pc:chgData name="Lucy Grande" userId="7ad266ba-0b3d-4d78-9c0c-3f8060328c5c" providerId="ADAL" clId="{3C1B581F-F628-44FF-A308-816DA856AC92}" dt="2026-06-06T00:43:51.832" v="764" actId="20577"/>
        <pc:sldMkLst>
          <pc:docMk/>
          <pc:sldMk cId="0" sldId="699"/>
        </pc:sldMkLst>
        <pc:spChg chg="mod">
          <ac:chgData name="Lucy Grande" userId="7ad266ba-0b3d-4d78-9c0c-3f8060328c5c" providerId="ADAL" clId="{3C1B581F-F628-44FF-A308-816DA856AC92}" dt="2026-06-06T00:43:29.872" v="755" actId="1076"/>
          <ac:spMkLst>
            <pc:docMk/>
            <pc:sldMk cId="0" sldId="699"/>
            <ac:spMk id="3" creationId="{00000000-0000-0000-0000-000000000000}"/>
          </ac:spMkLst>
        </pc:spChg>
        <pc:spChg chg="mod">
          <ac:chgData name="Lucy Grande" userId="7ad266ba-0b3d-4d78-9c0c-3f8060328c5c" providerId="ADAL" clId="{3C1B581F-F628-44FF-A308-816DA856AC92}" dt="2026-06-06T00:43:51.832" v="764" actId="20577"/>
          <ac:spMkLst>
            <pc:docMk/>
            <pc:sldMk cId="0" sldId="699"/>
            <ac:spMk id="6" creationId="{00000000-0000-0000-0000-000000000000}"/>
          </ac:spMkLst>
        </pc:spChg>
      </pc:sldChg>
      <pc:sldChg chg="addSp modSp mod">
        <pc:chgData name="Lucy Grande" userId="7ad266ba-0b3d-4d78-9c0c-3f8060328c5c" providerId="ADAL" clId="{3C1B581F-F628-44FF-A308-816DA856AC92}" dt="2026-06-06T00:45:43.074" v="777" actId="1076"/>
        <pc:sldMkLst>
          <pc:docMk/>
          <pc:sldMk cId="0" sldId="700"/>
        </pc:sldMkLst>
        <pc:spChg chg="add mod">
          <ac:chgData name="Lucy Grande" userId="7ad266ba-0b3d-4d78-9c0c-3f8060328c5c" providerId="ADAL" clId="{3C1B581F-F628-44FF-A308-816DA856AC92}" dt="2026-06-06T00:45:43.074" v="777" actId="1076"/>
          <ac:spMkLst>
            <pc:docMk/>
            <pc:sldMk cId="0" sldId="700"/>
            <ac:spMk id="7" creationId="{AD7C4411-8596-CB6D-2DAE-A3CFFBE00C93}"/>
          </ac:spMkLst>
        </pc:spChg>
      </pc:sldChg>
      <pc:sldChg chg="modSp mod">
        <pc:chgData name="Lucy Grande" userId="7ad266ba-0b3d-4d78-9c0c-3f8060328c5c" providerId="ADAL" clId="{3C1B581F-F628-44FF-A308-816DA856AC92}" dt="2026-06-06T00:45:15.984" v="776" actId="1076"/>
        <pc:sldMkLst>
          <pc:docMk/>
          <pc:sldMk cId="0" sldId="703"/>
        </pc:sldMkLst>
        <pc:spChg chg="mod">
          <ac:chgData name="Lucy Grande" userId="7ad266ba-0b3d-4d78-9c0c-3f8060328c5c" providerId="ADAL" clId="{3C1B581F-F628-44FF-A308-816DA856AC92}" dt="2026-06-06T00:45:15.984" v="776" actId="1076"/>
          <ac:spMkLst>
            <pc:docMk/>
            <pc:sldMk cId="0" sldId="703"/>
            <ac:spMk id="3" creationId="{00000000-0000-0000-0000-000000000000}"/>
          </ac:spMkLst>
        </pc:spChg>
        <pc:spChg chg="mod">
          <ac:chgData name="Lucy Grande" userId="7ad266ba-0b3d-4d78-9c0c-3f8060328c5c" providerId="ADAL" clId="{3C1B581F-F628-44FF-A308-816DA856AC92}" dt="2026-06-06T00:45:13.203" v="775" actId="1076"/>
          <ac:spMkLst>
            <pc:docMk/>
            <pc:sldMk cId="0" sldId="703"/>
            <ac:spMk id="4" creationId="{00000000-0000-0000-0000-000000000000}"/>
          </ac:spMkLst>
        </pc:spChg>
        <pc:spChg chg="mod">
          <ac:chgData name="Lucy Grande" userId="7ad266ba-0b3d-4d78-9c0c-3f8060328c5c" providerId="ADAL" clId="{3C1B581F-F628-44FF-A308-816DA856AC92}" dt="2026-06-06T00:45:11.286" v="774" actId="1076"/>
          <ac:spMkLst>
            <pc:docMk/>
            <pc:sldMk cId="0" sldId="703"/>
            <ac:spMk id="5" creationId="{00000000-0000-0000-0000-000000000000}"/>
          </ac:spMkLst>
        </pc:spChg>
        <pc:spChg chg="mod">
          <ac:chgData name="Lucy Grande" userId="7ad266ba-0b3d-4d78-9c0c-3f8060328c5c" providerId="ADAL" clId="{3C1B581F-F628-44FF-A308-816DA856AC92}" dt="2026-06-06T00:45:09.017" v="773" actId="1076"/>
          <ac:spMkLst>
            <pc:docMk/>
            <pc:sldMk cId="0" sldId="703"/>
            <ac:spMk id="6" creationId="{00000000-0000-0000-0000-000000000000}"/>
          </ac:spMkLst>
        </pc:spChg>
      </pc:sldChg>
      <pc:sldChg chg="modSp mod">
        <pc:chgData name="Lucy Grande" userId="7ad266ba-0b3d-4d78-9c0c-3f8060328c5c" providerId="ADAL" clId="{3C1B581F-F628-44FF-A308-816DA856AC92}" dt="2026-06-06T00:46:57.105" v="793" actId="14100"/>
        <pc:sldMkLst>
          <pc:docMk/>
          <pc:sldMk cId="0" sldId="738"/>
        </pc:sldMkLst>
        <pc:spChg chg="mod">
          <ac:chgData name="Lucy Grande" userId="7ad266ba-0b3d-4d78-9c0c-3f8060328c5c" providerId="ADAL" clId="{3C1B581F-F628-44FF-A308-816DA856AC92}" dt="2026-06-06T00:46:57.105" v="793" actId="14100"/>
          <ac:spMkLst>
            <pc:docMk/>
            <pc:sldMk cId="0" sldId="738"/>
            <ac:spMk id="3" creationId="{00000000-0000-0000-0000-000000000000}"/>
          </ac:spMkLst>
        </pc:spChg>
      </pc:sldChg>
      <pc:sldChg chg="modSp mod">
        <pc:chgData name="Lucy Grande" userId="7ad266ba-0b3d-4d78-9c0c-3f8060328c5c" providerId="ADAL" clId="{3C1B581F-F628-44FF-A308-816DA856AC92}" dt="2026-06-06T00:47:47.955" v="826" actId="123"/>
        <pc:sldMkLst>
          <pc:docMk/>
          <pc:sldMk cId="0" sldId="739"/>
        </pc:sldMkLst>
        <pc:spChg chg="mod">
          <ac:chgData name="Lucy Grande" userId="7ad266ba-0b3d-4d78-9c0c-3f8060328c5c" providerId="ADAL" clId="{3C1B581F-F628-44FF-A308-816DA856AC92}" dt="2026-06-06T00:47:29.810" v="820" actId="20577"/>
          <ac:spMkLst>
            <pc:docMk/>
            <pc:sldMk cId="0" sldId="739"/>
            <ac:spMk id="3" creationId="{00000000-0000-0000-0000-000000000000}"/>
          </ac:spMkLst>
        </pc:spChg>
        <pc:spChg chg="mod">
          <ac:chgData name="Lucy Grande" userId="7ad266ba-0b3d-4d78-9c0c-3f8060328c5c" providerId="ADAL" clId="{3C1B581F-F628-44FF-A308-816DA856AC92}" dt="2026-06-06T00:47:47.955" v="826" actId="123"/>
          <ac:spMkLst>
            <pc:docMk/>
            <pc:sldMk cId="0" sldId="739"/>
            <ac:spMk id="6" creationId="{00000000-0000-0000-0000-000000000000}"/>
          </ac:spMkLst>
        </pc:spChg>
      </pc:sldChg>
      <pc:sldChg chg="addSp modSp">
        <pc:chgData name="Lucy Grande" userId="7ad266ba-0b3d-4d78-9c0c-3f8060328c5c" providerId="ADAL" clId="{3C1B581F-F628-44FF-A308-816DA856AC92}" dt="2026-06-06T00:46:04.113" v="778"/>
        <pc:sldMkLst>
          <pc:docMk/>
          <pc:sldMk cId="0" sldId="740"/>
        </pc:sldMkLst>
        <pc:spChg chg="add mod">
          <ac:chgData name="Lucy Grande" userId="7ad266ba-0b3d-4d78-9c0c-3f8060328c5c" providerId="ADAL" clId="{3C1B581F-F628-44FF-A308-816DA856AC92}" dt="2026-06-06T00:46:04.113" v="778"/>
          <ac:spMkLst>
            <pc:docMk/>
            <pc:sldMk cId="0" sldId="740"/>
            <ac:spMk id="7" creationId="{7F0D1E89-8F66-5C28-3EFD-1A5EE32BFFA4}"/>
          </ac:spMkLst>
        </pc:spChg>
      </pc:sldChg>
      <pc:sldChg chg="modSp mod">
        <pc:chgData name="Lucy Grande" userId="7ad266ba-0b3d-4d78-9c0c-3f8060328c5c" providerId="ADAL" clId="{3C1B581F-F628-44FF-A308-816DA856AC92}" dt="2026-06-06T00:48:23.856" v="854" actId="20577"/>
        <pc:sldMkLst>
          <pc:docMk/>
          <pc:sldMk cId="0" sldId="741"/>
        </pc:sldMkLst>
        <pc:spChg chg="mod">
          <ac:chgData name="Lucy Grande" userId="7ad266ba-0b3d-4d78-9c0c-3f8060328c5c" providerId="ADAL" clId="{3C1B581F-F628-44FF-A308-816DA856AC92}" dt="2026-06-06T00:48:09.199" v="846" actId="1076"/>
          <ac:spMkLst>
            <pc:docMk/>
            <pc:sldMk cId="0" sldId="741"/>
            <ac:spMk id="3" creationId="{00000000-0000-0000-0000-000000000000}"/>
          </ac:spMkLst>
        </pc:spChg>
        <pc:spChg chg="mod">
          <ac:chgData name="Lucy Grande" userId="7ad266ba-0b3d-4d78-9c0c-3f8060328c5c" providerId="ADAL" clId="{3C1B581F-F628-44FF-A308-816DA856AC92}" dt="2026-06-06T00:48:23.856" v="854" actId="20577"/>
          <ac:spMkLst>
            <pc:docMk/>
            <pc:sldMk cId="0" sldId="741"/>
            <ac:spMk id="6" creationId="{00000000-0000-0000-0000-000000000000}"/>
          </ac:spMkLst>
        </pc:spChg>
      </pc:sldChg>
      <pc:sldChg chg="addSp modSp">
        <pc:chgData name="Lucy Grande" userId="7ad266ba-0b3d-4d78-9c0c-3f8060328c5c" providerId="ADAL" clId="{3C1B581F-F628-44FF-A308-816DA856AC92}" dt="2026-06-06T00:46:06.959" v="779"/>
        <pc:sldMkLst>
          <pc:docMk/>
          <pc:sldMk cId="0" sldId="742"/>
        </pc:sldMkLst>
        <pc:spChg chg="add mod">
          <ac:chgData name="Lucy Grande" userId="7ad266ba-0b3d-4d78-9c0c-3f8060328c5c" providerId="ADAL" clId="{3C1B581F-F628-44FF-A308-816DA856AC92}" dt="2026-06-06T00:46:06.959" v="779"/>
          <ac:spMkLst>
            <pc:docMk/>
            <pc:sldMk cId="0" sldId="742"/>
            <ac:spMk id="7" creationId="{15A14399-FFCC-456F-2177-1D92E504786A}"/>
          </ac:spMkLst>
        </pc:spChg>
      </pc:sldChg>
      <pc:sldChg chg="delSp mod">
        <pc:chgData name="Lucy Grande" userId="7ad266ba-0b3d-4d78-9c0c-3f8060328c5c" providerId="ADAL" clId="{3C1B581F-F628-44FF-A308-816DA856AC92}" dt="2026-06-06T00:48:31.293" v="856" actId="478"/>
        <pc:sldMkLst>
          <pc:docMk/>
          <pc:sldMk cId="0" sldId="744"/>
        </pc:sldMkLst>
        <pc:spChg chg="del">
          <ac:chgData name="Lucy Grande" userId="7ad266ba-0b3d-4d78-9c0c-3f8060328c5c" providerId="ADAL" clId="{3C1B581F-F628-44FF-A308-816DA856AC92}" dt="2026-06-06T00:48:30.195" v="855" actId="478"/>
          <ac:spMkLst>
            <pc:docMk/>
            <pc:sldMk cId="0" sldId="744"/>
            <ac:spMk id="4" creationId="{00000000-0000-0000-0000-000000000000}"/>
          </ac:spMkLst>
        </pc:spChg>
        <pc:spChg chg="del">
          <ac:chgData name="Lucy Grande" userId="7ad266ba-0b3d-4d78-9c0c-3f8060328c5c" providerId="ADAL" clId="{3C1B581F-F628-44FF-A308-816DA856AC92}" dt="2026-06-06T00:48:31.293" v="856" actId="478"/>
          <ac:spMkLst>
            <pc:docMk/>
            <pc:sldMk cId="0" sldId="744"/>
            <ac:spMk id="5" creationId="{00000000-0000-0000-0000-000000000000}"/>
          </ac:spMkLst>
        </pc:spChg>
      </pc:sldChg>
      <pc:sldChg chg="delSp mod">
        <pc:chgData name="Lucy Grande" userId="7ad266ba-0b3d-4d78-9c0c-3f8060328c5c" providerId="ADAL" clId="{3C1B581F-F628-44FF-A308-816DA856AC92}" dt="2026-06-06T00:48:36.601" v="858" actId="478"/>
        <pc:sldMkLst>
          <pc:docMk/>
          <pc:sldMk cId="0" sldId="745"/>
        </pc:sldMkLst>
        <pc:spChg chg="del">
          <ac:chgData name="Lucy Grande" userId="7ad266ba-0b3d-4d78-9c0c-3f8060328c5c" providerId="ADAL" clId="{3C1B581F-F628-44FF-A308-816DA856AC92}" dt="2026-06-06T00:48:34.619" v="857" actId="478"/>
          <ac:spMkLst>
            <pc:docMk/>
            <pc:sldMk cId="0" sldId="745"/>
            <ac:spMk id="4" creationId="{00000000-0000-0000-0000-000000000000}"/>
          </ac:spMkLst>
        </pc:spChg>
        <pc:spChg chg="del">
          <ac:chgData name="Lucy Grande" userId="7ad266ba-0b3d-4d78-9c0c-3f8060328c5c" providerId="ADAL" clId="{3C1B581F-F628-44FF-A308-816DA856AC92}" dt="2026-06-06T00:48:36.601" v="858" actId="478"/>
          <ac:spMkLst>
            <pc:docMk/>
            <pc:sldMk cId="0" sldId="745"/>
            <ac:spMk id="5" creationId="{00000000-0000-0000-0000-000000000000}"/>
          </ac:spMkLst>
        </pc:spChg>
      </pc:sldChg>
      <pc:sldChg chg="modSp add mod">
        <pc:chgData name="Lucy Grande" userId="7ad266ba-0b3d-4d78-9c0c-3f8060328c5c" providerId="ADAL" clId="{3C1B581F-F628-44FF-A308-816DA856AC92}" dt="2026-06-06T00:00:06.287" v="103" actId="20577"/>
        <pc:sldMkLst>
          <pc:docMk/>
          <pc:sldMk cId="218979588" sldId="747"/>
        </pc:sldMkLst>
        <pc:spChg chg="mod">
          <ac:chgData name="Lucy Grande" userId="7ad266ba-0b3d-4d78-9c0c-3f8060328c5c" providerId="ADAL" clId="{3C1B581F-F628-44FF-A308-816DA856AC92}" dt="2026-06-06T00:00:06.287" v="103" actId="20577"/>
          <ac:spMkLst>
            <pc:docMk/>
            <pc:sldMk cId="218979588" sldId="747"/>
            <ac:spMk id="3" creationId="{E78A5729-AEFF-FFBE-25F6-39E136645A44}"/>
          </ac:spMkLst>
        </pc:spChg>
      </pc:sldChg>
      <pc:sldChg chg="new del">
        <pc:chgData name="Lucy Grande" userId="7ad266ba-0b3d-4d78-9c0c-3f8060328c5c" providerId="ADAL" clId="{3C1B581F-F628-44FF-A308-816DA856AC92}" dt="2026-06-05T23:55:42.429" v="74" actId="2696"/>
        <pc:sldMkLst>
          <pc:docMk/>
          <pc:sldMk cId="833798085" sldId="747"/>
        </pc:sldMkLst>
      </pc:sldChg>
      <pc:sldChg chg="modSp add mod">
        <pc:chgData name="Lucy Grande" userId="7ad266ba-0b3d-4d78-9c0c-3f8060328c5c" providerId="ADAL" clId="{3C1B581F-F628-44FF-A308-816DA856AC92}" dt="2026-06-06T00:08:06.276" v="175" actId="14100"/>
        <pc:sldMkLst>
          <pc:docMk/>
          <pc:sldMk cId="2591678910" sldId="748"/>
        </pc:sldMkLst>
        <pc:spChg chg="mod">
          <ac:chgData name="Lucy Grande" userId="7ad266ba-0b3d-4d78-9c0c-3f8060328c5c" providerId="ADAL" clId="{3C1B581F-F628-44FF-A308-816DA856AC92}" dt="2026-06-06T00:08:06.276" v="175" actId="14100"/>
          <ac:spMkLst>
            <pc:docMk/>
            <pc:sldMk cId="2591678910" sldId="748"/>
            <ac:spMk id="3" creationId="{32CAC7E0-F757-3096-1D07-692E28BEBFF2}"/>
          </ac:spMkLst>
        </pc:spChg>
      </pc:sldChg>
      <pc:sldChg chg="modSp add mod">
        <pc:chgData name="Lucy Grande" userId="7ad266ba-0b3d-4d78-9c0c-3f8060328c5c" providerId="ADAL" clId="{3C1B581F-F628-44FF-A308-816DA856AC92}" dt="2026-06-06T00:18:37.596" v="324" actId="1076"/>
        <pc:sldMkLst>
          <pc:docMk/>
          <pc:sldMk cId="60576622" sldId="749"/>
        </pc:sldMkLst>
        <pc:spChg chg="mod">
          <ac:chgData name="Lucy Grande" userId="7ad266ba-0b3d-4d78-9c0c-3f8060328c5c" providerId="ADAL" clId="{3C1B581F-F628-44FF-A308-816DA856AC92}" dt="2026-06-06T00:18:37.596" v="324" actId="1076"/>
          <ac:spMkLst>
            <pc:docMk/>
            <pc:sldMk cId="60576622" sldId="749"/>
            <ac:spMk id="3" creationId="{0FF28CDE-6C30-2928-F397-9BD2019CF2AE}"/>
          </ac:spMkLst>
        </pc:spChg>
      </pc:sldChg>
      <pc:sldChg chg="modSp add mod">
        <pc:chgData name="Lucy Grande" userId="7ad266ba-0b3d-4d78-9c0c-3f8060328c5c" providerId="ADAL" clId="{3C1B581F-F628-44FF-A308-816DA856AC92}" dt="2026-06-06T00:22:32.704" v="395" actId="14100"/>
        <pc:sldMkLst>
          <pc:docMk/>
          <pc:sldMk cId="2622501389" sldId="750"/>
        </pc:sldMkLst>
        <pc:spChg chg="mod">
          <ac:chgData name="Lucy Grande" userId="7ad266ba-0b3d-4d78-9c0c-3f8060328c5c" providerId="ADAL" clId="{3C1B581F-F628-44FF-A308-816DA856AC92}" dt="2026-06-06T00:22:32.704" v="395" actId="14100"/>
          <ac:spMkLst>
            <pc:docMk/>
            <pc:sldMk cId="2622501389" sldId="750"/>
            <ac:spMk id="3" creationId="{5CE678C9-3B58-0F01-1D3E-082B9646C90D}"/>
          </ac:spMkLst>
        </pc:spChg>
      </pc:sldChg>
      <pc:sldChg chg="modSp add mod">
        <pc:chgData name="Lucy Grande" userId="7ad266ba-0b3d-4d78-9c0c-3f8060328c5c" providerId="ADAL" clId="{3C1B581F-F628-44FF-A308-816DA856AC92}" dt="2026-06-06T00:26:06.012" v="456" actId="1076"/>
        <pc:sldMkLst>
          <pc:docMk/>
          <pc:sldMk cId="4251640111" sldId="751"/>
        </pc:sldMkLst>
        <pc:spChg chg="mod">
          <ac:chgData name="Lucy Grande" userId="7ad266ba-0b3d-4d78-9c0c-3f8060328c5c" providerId="ADAL" clId="{3C1B581F-F628-44FF-A308-816DA856AC92}" dt="2026-06-06T00:26:06.012" v="456" actId="1076"/>
          <ac:spMkLst>
            <pc:docMk/>
            <pc:sldMk cId="4251640111" sldId="751"/>
            <ac:spMk id="3" creationId="{B017353F-3AB0-51E9-A967-2C2FFC3A24D4}"/>
          </ac:spMkLst>
        </pc:spChg>
      </pc:sldChg>
      <pc:sldChg chg="modSp add mod">
        <pc:chgData name="Lucy Grande" userId="7ad266ba-0b3d-4d78-9c0c-3f8060328c5c" providerId="ADAL" clId="{3C1B581F-F628-44FF-A308-816DA856AC92}" dt="2026-06-06T00:31:18.979" v="531" actId="1076"/>
        <pc:sldMkLst>
          <pc:docMk/>
          <pc:sldMk cId="760437768" sldId="752"/>
        </pc:sldMkLst>
        <pc:spChg chg="mod">
          <ac:chgData name="Lucy Grande" userId="7ad266ba-0b3d-4d78-9c0c-3f8060328c5c" providerId="ADAL" clId="{3C1B581F-F628-44FF-A308-816DA856AC92}" dt="2026-06-06T00:31:18.979" v="531" actId="1076"/>
          <ac:spMkLst>
            <pc:docMk/>
            <pc:sldMk cId="760437768" sldId="752"/>
            <ac:spMk id="3" creationId="{FC920E4B-A825-EEFB-1522-FAEE37056B3D}"/>
          </ac:spMkLst>
        </pc:spChg>
      </pc:sldChg>
      <pc:sldChg chg="modSp add mod ord">
        <pc:chgData name="Lucy Grande" userId="7ad266ba-0b3d-4d78-9c0c-3f8060328c5c" providerId="ADAL" clId="{3C1B581F-F628-44FF-A308-816DA856AC92}" dt="2026-06-06T00:35:37.325" v="608"/>
        <pc:sldMkLst>
          <pc:docMk/>
          <pc:sldMk cId="2050695638" sldId="753"/>
        </pc:sldMkLst>
        <pc:spChg chg="mod">
          <ac:chgData name="Lucy Grande" userId="7ad266ba-0b3d-4d78-9c0c-3f8060328c5c" providerId="ADAL" clId="{3C1B581F-F628-44FF-A308-816DA856AC92}" dt="2026-06-06T00:35:33.271" v="606" actId="1076"/>
          <ac:spMkLst>
            <pc:docMk/>
            <pc:sldMk cId="2050695638" sldId="753"/>
            <ac:spMk id="3" creationId="{2D336912-4388-2F4E-9652-FBC777B64A20}"/>
          </ac:spMkLst>
        </pc:spChg>
      </pc:sldChg>
      <pc:sldChg chg="modSp add mod">
        <pc:chgData name="Lucy Grande" userId="7ad266ba-0b3d-4d78-9c0c-3f8060328c5c" providerId="ADAL" clId="{3C1B581F-F628-44FF-A308-816DA856AC92}" dt="2026-06-06T00:41:56.905" v="704" actId="1076"/>
        <pc:sldMkLst>
          <pc:docMk/>
          <pc:sldMk cId="901209765" sldId="754"/>
        </pc:sldMkLst>
        <pc:spChg chg="mod">
          <ac:chgData name="Lucy Grande" userId="7ad266ba-0b3d-4d78-9c0c-3f8060328c5c" providerId="ADAL" clId="{3C1B581F-F628-44FF-A308-816DA856AC92}" dt="2026-06-06T00:41:56.905" v="704" actId="1076"/>
          <ac:spMkLst>
            <pc:docMk/>
            <pc:sldMk cId="901209765" sldId="754"/>
            <ac:spMk id="3" creationId="{26E863CC-BF0B-285F-E341-15ED8DA9DF09}"/>
          </ac:spMkLst>
        </pc:spChg>
      </pc:sldChg>
      <pc:sldChg chg="modSp add mod ord">
        <pc:chgData name="Lucy Grande" userId="7ad266ba-0b3d-4d78-9c0c-3f8060328c5c" providerId="ADAL" clId="{3C1B581F-F628-44FF-A308-816DA856AC92}" dt="2026-06-06T00:46:36.889" v="787"/>
        <pc:sldMkLst>
          <pc:docMk/>
          <pc:sldMk cId="81752971" sldId="755"/>
        </pc:sldMkLst>
        <pc:spChg chg="mod">
          <ac:chgData name="Lucy Grande" userId="7ad266ba-0b3d-4d78-9c0c-3f8060328c5c" providerId="ADAL" clId="{3C1B581F-F628-44FF-A308-816DA856AC92}" dt="2026-06-06T00:46:34.044" v="785" actId="14100"/>
          <ac:spMkLst>
            <pc:docMk/>
            <pc:sldMk cId="81752971" sldId="755"/>
            <ac:spMk id="3" creationId="{7C908800-8669-0608-8E3B-661D65E43AAD}"/>
          </ac:spMkLst>
        </pc:spChg>
      </pc:sldChg>
      <pc:sldMasterChg chg="modSldLayout">
        <pc:chgData name="Lucy Grande" userId="7ad266ba-0b3d-4d78-9c0c-3f8060328c5c" providerId="ADAL" clId="{3C1B581F-F628-44FF-A308-816DA856AC92}" dt="2026-06-06T00:14:01.629" v="232" actId="478"/>
        <pc:sldMasterMkLst>
          <pc:docMk/>
          <pc:sldMasterMk cId="2209977519" sldId="2147483648"/>
        </pc:sldMasterMkLst>
        <pc:sldLayoutChg chg="addSp delSp modSp mod">
          <pc:chgData name="Lucy Grande" userId="7ad266ba-0b3d-4d78-9c0c-3f8060328c5c" providerId="ADAL" clId="{3C1B581F-F628-44FF-A308-816DA856AC92}" dt="2026-06-06T00:14:01.629" v="232" actId="478"/>
          <pc:sldLayoutMkLst>
            <pc:docMk/>
            <pc:sldMasterMk cId="2209977519" sldId="2147483648"/>
            <pc:sldLayoutMk cId="1212999818" sldId="2147483655"/>
          </pc:sldLayoutMkLst>
          <pc:spChg chg="add del mod">
            <ac:chgData name="Lucy Grande" userId="7ad266ba-0b3d-4d78-9c0c-3f8060328c5c" providerId="ADAL" clId="{3C1B581F-F628-44FF-A308-816DA856AC92}" dt="2026-06-06T00:14:01.629" v="232" actId="478"/>
            <ac:spMkLst>
              <pc:docMk/>
              <pc:sldMasterMk cId="2209977519" sldId="2147483648"/>
              <pc:sldLayoutMk cId="1212999818" sldId="2147483655"/>
              <ac:spMk id="5" creationId="{2DE0E6BD-A6A0-7496-ABE2-1E8FCC7AC0DA}"/>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81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3 introduction</a:t>
            </a:r>
          </a:p>
        </p:txBody>
      </p:sp>
      <p:sp>
        <p:nvSpPr>
          <p:cNvPr id="4" name="Slide Number Placeholder 3"/>
          <p:cNvSpPr>
            <a:spLocks noGrp="1"/>
          </p:cNvSpPr>
          <p:nvPr>
            <p:ph type="sldNum" sz="quarter" idx="5"/>
          </p:nvPr>
        </p:nvSpPr>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Lesson 1 of Module 3</a:t>
            </a:r>
          </a:p>
        </p:txBody>
      </p:sp>
      <p:sp>
        <p:nvSpPr>
          <p:cNvPr id="4" name="Slide Number Placeholder 3"/>
          <p:cNvSpPr>
            <a:spLocks noGrp="1"/>
          </p:cNvSpPr>
          <p:nvPr>
            <p:ph type="sldNum" sz="quarter" idx="5"/>
          </p:nvPr>
        </p:nvSpPr>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bloque condicional en Robot Framework permite que ciertas keywords se ejecuten solo si una condición es verdadera. La estructura básica sigue este esquema lógico:</a:t>
            </a:r>
          </a:p>
          <a:p>
            <a:r>
              <a:t>1. Se evalúa una expresión booleana.</a:t>
            </a:r>
          </a:p>
          <a:p>
            <a:r>
              <a:t>2. Si la expresión es True, se ejecuta el bloque IF.</a:t>
            </a:r>
          </a:p>
          <a:p>
            <a:r>
              <a:t>3. Si no, se evalúan las condiciones ELSE IF en orden.</a:t>
            </a:r>
          </a:p>
          <a:p>
            <a:r>
              <a:t>4. Si ninguna condición se cumple, se ejecuta el bloque ELSE (si existe).</a:t>
            </a:r>
          </a:p>
          <a:p>
            <a:endParaRPr/>
          </a:p>
          <a:p>
            <a:r>
              <a:t>Este mecanismo es fundamental para escribir suites robustas que reaccionen al estado real del sistema bajo prueba, en lugar de asumir siempre el camino feliz.</a:t>
            </a:r>
          </a:p>
          <a:p>
            <a:endParaRPr/>
          </a:p>
          <a:p>
            <a:r>
              <a:t>Analogía: Imagina un semáforo inteligente: si el sensor detecta tráfico denso, abre el carril durante 60 segundos; si detecta tráfico moderado, 30 segundos; de lo contrario, 15 segundos. El bloque IF / ELSE IF / ELSE en RF funciona exactamente igual: evalúa condiciones en orden y ejecuta la acción correspondiente.</a:t>
            </a:r>
          </a:p>
        </p:txBody>
      </p:sp>
      <p:sp>
        <p:nvSpPr>
          <p:cNvPr id="4" name="Slide Number Placeholder 3"/>
          <p:cNvSpPr>
            <a:spLocks noGrp="1"/>
          </p:cNvSpPr>
          <p:nvPr>
            <p:ph type="sldNum" sz="quarter" idx="5"/>
          </p:nvPr>
        </p:nvSpPr>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sintaxis del bloque IF nativo requiere que el cuerpo esté indentado con cuatro espacios o un tabulador, y que el bloque cierre con la palabra reservada END. Las condiciones se escriben como expresiones Python evaluadas en tiempo de ejecución.</a:t>
            </a:r>
          </a:p>
          <a:p>
            <a:endParaRPr/>
          </a:p>
          <a:p>
            <a:r>
              <a:t>Para agregar ramas alternativas se usa ELSE IF y ELSE dentro del mismo bloque.</a:t>
            </a:r>
          </a:p>
        </p:txBody>
      </p:sp>
      <p:sp>
        <p:nvSpPr>
          <p:cNvPr id="4" name="Slide Number Placeholder 3"/>
          <p:cNvSpPr>
            <a:spLocks noGrp="1"/>
          </p:cNvSpPr>
          <p:nvPr>
            <p:ph type="sldNum" sz="quarter" idx="5"/>
          </p:nvPr>
        </p:nvSpPr>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Lesson 2 of Module 3</a:t>
            </a:r>
          </a:p>
        </p:txBody>
      </p:sp>
      <p:sp>
        <p:nvSpPr>
          <p:cNvPr id="4" name="Slide Number Placeholder 3"/>
          <p:cNvSpPr>
            <a:spLocks noGrp="1"/>
          </p:cNvSpPr>
          <p:nvPr>
            <p:ph type="sldNum" sz="quarter" idx="5"/>
          </p:nvPr>
        </p:nvSpPr>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bucleFORes ideal cuando conocemos de antemano el conjunto de elementos que queremos recorrer: una lista de valores, un rango numérico o una colección de pares clave-valor. El bucleWHILE, por su parte, resulta más útil cuando la condición de parada depende de algo que ocurre durante la ejecución, como esperar a que un servicio esté disponible o repetir un intento hasta obtener un resultado exitoso.</a:t>
            </a:r>
          </a:p>
        </p:txBody>
      </p:sp>
      <p:sp>
        <p:nvSpPr>
          <p:cNvPr id="4" name="Slide Number Placeholder 3"/>
          <p:cNvSpPr>
            <a:spLocks noGrp="1"/>
          </p:cNvSpPr>
          <p:nvPr>
            <p:ph type="sldNum" sz="quarter" idx="5"/>
          </p:nvPr>
        </p:nvSpPr>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variable de iteración${usuario}toma el valor de cada elemento en cada vuelta.IN RANGEacepta hasta tres argumentos:start,stopystep(paso), con la misma semántica querange()en Python.</a:t>
            </a:r>
          </a:p>
          <a:p>
            <a:endParaRPr/>
          </a:p>
          <a:p>
            <a:r>
              <a:t>IN ENUMERATE devuelve el índice y el valor en cada iteración. El argumentostart=1permite comenzar el conteo desde 1 en lugar de 0.</a:t>
            </a:r>
          </a:p>
        </p:txBody>
      </p:sp>
      <p:sp>
        <p:nvSpPr>
          <p:cNvPr id="4" name="Slide Number Placeholder 3"/>
          <p:cNvSpPr>
            <a:spLocks noGrp="1"/>
          </p:cNvSpPr>
          <p:nvPr>
            <p:ph type="sldNum" sz="quarter" idx="5"/>
          </p:nvPr>
        </p:nvSpPr>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Lesson 1 of Module 3</a:t>
            </a:r>
          </a:p>
        </p:txBody>
      </p:sp>
      <p:sp>
        <p:nvSpPr>
          <p:cNvPr id="4" name="Slide Number Placeholder 3"/>
          <p:cNvSpPr>
            <a:spLocks noGrp="1"/>
          </p:cNvSpPr>
          <p:nvPr>
            <p:ph type="sldNum" sz="quarter" idx="5"/>
          </p:nvPr>
        </p:nvSpPr>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keyword acepta un argumento opcionalmsg=que permite personalizar el mensaje de error mostrado en el reporte cuando la aserción falla. Esto es especialmente útil en entornos de CI/CD donde el equipo necesita entender la causa del fallo sin revisar el log completo.Should Be Equalrealiza una comparación estricta de tipo y valor por defecto. Si se compara el entero5con la cadena"5", la aserción fallará. Para evitar esto, se usaShould Be Equal As StringsoShould Be Equal As Numbers, que normalizan el tipo antes de comparar.Should Be Trueacepta cualquier expresión válida en Python, lo que la convierte en una aserción muy flexible para condiciones compuestas.</a:t>
            </a:r>
          </a:p>
        </p:txBody>
      </p:sp>
      <p:sp>
        <p:nvSpPr>
          <p:cNvPr id="4" name="Slide Number Placeholder 3"/>
          <p:cNvSpPr>
            <a:spLocks noGrp="1"/>
          </p:cNvSpPr>
          <p:nvPr>
            <p:ph type="sldNum" sz="quarter" idx="5"/>
          </p:nvPr>
        </p:nvSpPr>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Keyword And Expect Errores una keyword de la biblioteca BuiltIn que invierte la lógica habitual: espera que la keyword que recibe como argumento falle, y si efectivamente falla con el mensaje esperado, el test se considera exitoso. Si la keyword interna tiene éxito (no lanza error), el test falla.</a:t>
            </a:r>
          </a:p>
          <a:p>
            <a:endParaRPr/>
          </a:p>
          <a:p>
            <a:r>
              <a:t>Este mecanismo es fundamental para probar comportamientos de rechazo: validaciones de formulario, excepciones de negocio, respuestas de error de API o cualquier escenario donde el sistema correcto es aquel que detecta y reporta un problema.</a:t>
            </a:r>
          </a:p>
        </p:txBody>
      </p:sp>
      <p:sp>
        <p:nvSpPr>
          <p:cNvPr id="4" name="Slide Number Placeholder 3"/>
          <p:cNvSpPr>
            <a:spLocks noGrp="1"/>
          </p:cNvSpPr>
          <p:nvPr>
            <p:ph type="sldNum" sz="quarter" idx="5"/>
          </p:nvPr>
        </p:nvSpPr>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firma de la keyword es:${mensaje_error}=    Run Keyword And Expect Error    patrón_de_error    Keyword A Ejecutar    arg1    arg2El primer argumento es el patrón del mensaje de error esperado. Acepta texto exacto o comodines con*(globbing). El valor de retorno es el mensaje de error real capturado, útil para inspecciones adicionales. Si el patrón no coincide con el error real, la keyword también falla, lo que obliga a ser preciso sobre qué error se espera.</a:t>
            </a:r>
          </a:p>
          <a:p>
            <a:endParaRPr/>
          </a:p>
          <a:p>
            <a:r>
              <a:t>Para patrones más complejos se puede usar el prefijoREGEXP:seguido de una expresión regular, oGLOB:para comodines explícitos.</a:t>
            </a:r>
          </a:p>
        </p:txBody>
      </p:sp>
      <p:sp>
        <p:nvSpPr>
          <p:cNvPr id="4" name="Slide Number Placeholder 3"/>
          <p:cNvSpPr>
            <a:spLocks noGrp="1"/>
          </p:cNvSpPr>
          <p:nvPr>
            <p:ph type="sldNum" sz="quarter" idx="5"/>
          </p:nvPr>
        </p:nvSpPr>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Keyword And Expect Errorinvierte la lógica: el test pasa cuando la keyword interna falla con el mensaje esperado, lo que permite cubrir escenarios de rechazo y validación de errores. Una falla no capturada detiene el test case; una falla controlada conRun Keyword And Expect Errores parte del diseño intencional de la prueba.</a:t>
            </a:r>
          </a:p>
        </p:txBody>
      </p:sp>
      <p:sp>
        <p:nvSpPr>
          <p:cNvPr id="4" name="Slide Number Placeholder 3"/>
          <p:cNvSpPr>
            <a:spLocks noGrp="1"/>
          </p:cNvSpPr>
          <p:nvPr>
            <p:ph type="sldNum" sz="quarter" idx="5"/>
          </p:nvPr>
        </p:nvSpPr>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Lesson 2 of Module 3</a:t>
            </a:r>
          </a:p>
        </p:txBody>
      </p:sp>
      <p:sp>
        <p:nvSpPr>
          <p:cNvPr id="4" name="Slide Number Placeholder 3"/>
          <p:cNvSpPr>
            <a:spLocks noGrp="1"/>
          </p:cNvSpPr>
          <p:nvPr>
            <p:ph type="sldNum" sz="quarter" idx="5"/>
          </p:nvPr>
        </p:nvSpPr>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defecto, Robot Framework sigue un modelo defallo rápido(fail fast): en el momento en que una keyword lanza una excepción, el caso de prueba se marca comoFAILy las keywords siguientes dentro de ese caso no se ejecutan. Este comportamiento es correcto en muchos contextos, pero resulta limitante cuando el objetivo es recopilar el mayor número posible de evidencias en una sola ejecución.</a:t>
            </a:r>
          </a:p>
          <a:p>
            <a:endParaRPr/>
          </a:p>
          <a:p>
            <a:r>
              <a:t>Imagina que debes verificar diez campos de respuesta en una API. Si el segundo campo falla y la prueba se detiene, nunca sabrás si los ocho campos restantes también presentan problemas. Esto obliga a ejecutar la suite varias veces para descubrir todos los defectos, alargando innecesariamente el ciclo de retroalimentación.</a:t>
            </a:r>
          </a:p>
        </p:txBody>
      </p:sp>
      <p:sp>
        <p:nvSpPr>
          <p:cNvPr id="4" name="Slide Number Placeholder 3"/>
          <p:cNvSpPr>
            <a:spLocks noGrp="1"/>
          </p:cNvSpPr>
          <p:nvPr>
            <p:ph type="sldNum" sz="quarter" idx="5"/>
          </p:nvPr>
        </p:nvSpPr>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siguiente ejemplo muestra una prueba que valida tres condiciones de forma independiente. SinRun Keyword And Continue On Failure, un fallo en la primera aserción impediría verificar las dos restantes.</a:t>
            </a:r>
          </a:p>
          <a:p>
            <a:endParaRPr/>
          </a:p>
          <a:p>
            <a:r>
              <a:t>En este caso, si${status_code}es404, el framework registra el error, continúa con la segunda aserción, y así sucesivamente. Al final del caso, el log muestra los tres resultados individuales.</a:t>
            </a:r>
          </a:p>
        </p:txBody>
      </p:sp>
      <p:sp>
        <p:nvSpPr>
          <p:cNvPr id="4" name="Slide Number Placeholder 3"/>
          <p:cNvSpPr>
            <a:spLocks noGrp="1"/>
          </p:cNvSpPr>
          <p:nvPr>
            <p:ph type="sldNum" sz="quarter" idx="5"/>
          </p:nvPr>
        </p:nvSpPr>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Keyword And Continue On Failurees una keyword de la bibliotecaBuiltInque actúa como un envoltorio (wrapper) alrededor de cualquier otra keyword. Su contrato es simple: ejecuta la keyword indicada; si esta lanza una excepción, la captura internamente, la registra en el log con nivelFAIL, y retorna el control al caso de prueba para que continúe con la siguiente instrucción.</a:t>
            </a:r>
          </a:p>
          <a:p>
            <a:endParaRPr/>
          </a:p>
          <a:p>
            <a:r>
              <a:t>Esta keyword es especialmente valiosa en tres escenarios: validaciones múltiples e independientes, verificaciones de estado de interfaz gráfica (varios elementos de una página), y comprobaciones de integridad de datos en archivos o bases de datos.Nota importante:Run Keyword And Continue On Failurenosilencia el fallo. El caso de prueba seguirá marcándose comoFAILal finalizar. Si el objetivo es ignorar completamente un fallo (sin registrarlo como error), la keyword correcta esRun Keyword And Ignore Error.</a:t>
            </a:r>
          </a:p>
        </p:txBody>
      </p:sp>
      <p:sp>
        <p:nvSpPr>
          <p:cNvPr id="4" name="Slide Number Placeholder 3"/>
          <p:cNvSpPr>
            <a:spLocks noGrp="1"/>
          </p:cNvSpPr>
          <p:nvPr>
            <p:ph type="sldNum" sz="quarter" idx="5"/>
          </p:nvPr>
        </p:nvSpPr>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3 summary</a:t>
            </a:r>
          </a:p>
        </p:txBody>
      </p:sp>
      <p:sp>
        <p:nvSpPr>
          <p:cNvPr id="4" name="Slide Number Placeholder 3"/>
          <p:cNvSpPr>
            <a:spLocks noGrp="1"/>
          </p:cNvSpPr>
          <p:nvPr>
            <p:ph type="sldNum" sz="quarter" idx="5"/>
          </p:nvPr>
        </p:nvSpPr>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AED8-F67B-200B-AB6B-A01AB6E0B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BE10B-457F-C537-5275-7A30AE5F72B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6527E35-4F73-7B37-22B9-E9F31C42DAC2}"/>
              </a:ext>
            </a:extLst>
          </p:cNvPr>
          <p:cNvSpPr>
            <a:spLocks noGrp="1"/>
          </p:cNvSpPr>
          <p:nvPr>
            <p:ph type="body" sz="quarter" idx="3"/>
          </p:nvPr>
        </p:nvSpPr>
        <p:spPr/>
        <p:txBody>
          <a:bodyPr/>
          <a:lstStyle/>
          <a:p>
            <a:r>
              <a:t>Chapter 3 summary</a:t>
            </a:r>
          </a:p>
        </p:txBody>
      </p:sp>
      <p:sp>
        <p:nvSpPr>
          <p:cNvPr id="4" name="Slide Number Placeholder 3">
            <a:extLst>
              <a:ext uri="{FF2B5EF4-FFF2-40B4-BE49-F238E27FC236}">
                <a16:creationId xmlns:a16="http://schemas.microsoft.com/office/drawing/2014/main" id="{E6D6F7AC-BFCA-C896-DFE9-1C68DC86A16D}"/>
              </a:ext>
            </a:extLst>
          </p:cNvPr>
          <p:cNvSpPr>
            <a:spLocks noGrp="1"/>
          </p:cNvSpPr>
          <p:nvPr>
            <p:ph type="sldNum" sz="quarter" idx="5"/>
          </p:nvPr>
        </p:nvSpPr>
        <p:spPr/>
      </p:sp>
    </p:spTree>
    <p:extLst>
      <p:ext uri="{BB962C8B-B14F-4D97-AF65-F5344CB8AC3E}">
        <p14:creationId xmlns:p14="http://schemas.microsoft.com/office/powerpoint/2010/main" val="2041697895"/>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intro for Tests con lógica condicional y bucles de datos</a:t>
            </a:r>
          </a:p>
        </p:txBody>
      </p:sp>
      <p:sp>
        <p:nvSpPr>
          <p:cNvPr id="4" name="Slide Number Placeholder 3"/>
          <p:cNvSpPr>
            <a:spLocks noGrp="1"/>
          </p:cNvSpPr>
          <p:nvPr>
            <p:ph type="sldNum" sz="quarter" idx="5"/>
          </p:nvPr>
        </p:nvSpPr>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intro for Suite robusta con manejo de fallas y recuperación</a:t>
            </a:r>
          </a:p>
        </p:txBody>
      </p:sp>
      <p:sp>
        <p:nvSpPr>
          <p:cNvPr id="4" name="Slide Number Placeholder 3"/>
          <p:cNvSpPr>
            <a:spLocks noGrp="1"/>
          </p:cNvSpPr>
          <p:nvPr>
            <p:ph type="sldNum" sz="quarter" idx="5"/>
          </p:nvPr>
        </p:nvSpPr>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references from theory book bibliography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 Id="rId3" Type="http://schemas.openxmlformats.org/officeDocument/2006/relationships/image" Target="../media/image3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image" Target="../media/image4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 Id="rId3" Type="http://schemas.openxmlformats.org/officeDocument/2006/relationships/image" Target="../media/image4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 Id="rId3" Type="http://schemas.openxmlformats.org/officeDocument/2006/relationships/image" Target="../media/image2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 Id="rId3" Type="http://schemas.openxmlformats.org/officeDocument/2006/relationships/image" Target="../media/image23.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 Id="rId3" Type="http://schemas.openxmlformats.org/officeDocument/2006/relationships/image" Target="../media/image25.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 Id="rId3" Type="http://schemas.openxmlformats.org/officeDocument/2006/relationships/image" Target="../media/image2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84632" y="411480"/>
            <a:ext cx="749808"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011680"/>
            <a:ext cx="5303520" cy="1645920"/>
          </a:xfrm>
          <a:prstGeom prst="rect">
            <a:avLst/>
          </a:prstGeom>
          <a:noFill/>
        </p:spPr>
        <p:txBody>
          <a:bodyPr wrap="square" anchor="b">
            <a:spAutoFit/>
          </a:bodyPr>
          <a:lstStyle/>
          <a:p>
            <a:pPr algn="l">
              <a:defRPr sz="8000" b="1">
                <a:solidFill>
                  <a:srgbClr val="111111"/>
                </a:solidFill>
                <a:latin typeface="Neue Haas Grotesk Text Pro"/>
              </a:defRPr>
            </a:pPr>
            <a:r>
              <a:t>Capítulo 3</a:t>
            </a:r>
          </a:p>
        </p:txBody>
      </p:sp>
      <p:sp>
        <p:nvSpPr>
          <p:cNvPr id="4" name="Rectangle 3"/>
          <p:cNvSpPr/>
          <p:nvPr/>
        </p:nvSpPr>
        <p:spPr>
          <a:xfrm>
            <a:off x="548640" y="3749039"/>
            <a:ext cx="530352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84632" y="4485918"/>
            <a:ext cx="5923280" cy="553998"/>
          </a:xfrm>
          <a:prstGeom prst="rect">
            <a:avLst/>
          </a:prstGeom>
          <a:noFill/>
        </p:spPr>
        <p:txBody>
          <a:bodyPr wrap="square" anchor="t">
            <a:spAutoFit/>
          </a:bodyPr>
          <a:lstStyle/>
          <a:p>
            <a:pPr algn="l">
              <a:defRPr sz="3000" b="1">
                <a:solidFill>
                  <a:srgbClr val="003366"/>
                </a:solidFill>
                <a:latin typeface="Neue Haas Grotesk Text Pro"/>
              </a:defRPr>
            </a:pPr>
            <a:r>
              <a:t>Control de Flujo y Validaciones</a:t>
            </a:r>
          </a:p>
        </p:txBody>
      </p:sp>
      <p:sp>
        <p:nvSpPr>
          <p:cNvPr id="6" name="TextBox 5"/>
          <p:cNvSpPr txBox="1"/>
          <p:nvPr/>
        </p:nvSpPr>
        <p:spPr>
          <a:xfrm>
            <a:off x="6217920" y="320040"/>
            <a:ext cx="5029200" cy="548640"/>
          </a:xfrm>
          <a:prstGeom prst="rect">
            <a:avLst/>
          </a:prstGeom>
          <a:noFill/>
        </p:spPr>
        <p:txBody>
          <a:bodyPr wrap="none">
            <a:spAutoFit/>
          </a:bodyPr>
          <a:lstStyle/>
          <a:p>
            <a:pPr algn="l">
              <a:defRPr sz="2200" b="1">
                <a:solidFill>
                  <a:srgbClr val="111111"/>
                </a:solidFill>
                <a:latin typeface="Neue Haas Grotesk Text Pro"/>
              </a:defRPr>
            </a:pPr>
            <a:r>
              <a:t>Objetivos:</a:t>
            </a:r>
          </a:p>
        </p:txBody>
      </p:sp>
      <p:sp>
        <p:nvSpPr>
          <p:cNvPr id="7" name="TextBox 6"/>
          <p:cNvSpPr txBox="1"/>
          <p:nvPr/>
        </p:nvSpPr>
        <p:spPr>
          <a:xfrm>
            <a:off x="6522720" y="868680"/>
            <a:ext cx="5029200" cy="3383280"/>
          </a:xfrm>
          <a:prstGeom prst="rect">
            <a:avLst/>
          </a:prstGeom>
          <a:noFill/>
        </p:spPr>
        <p:txBody>
          <a:bodyPr wrap="square">
            <a:spAutoFit/>
          </a:bodyPr>
          <a:lstStyle/>
          <a:p>
            <a:pPr algn="just">
              <a:spcAft>
                <a:spcPts val="600"/>
              </a:spcAft>
            </a:pPr>
            <a:r>
              <a:rPr sz="1600" b="1" dirty="0">
                <a:solidFill>
                  <a:srgbClr val="FFC000"/>
                </a:solidFill>
                <a:latin typeface="Neue Haas Grotesk Text Pro"/>
              </a:rPr>
              <a:t>• </a:t>
            </a:r>
            <a:r>
              <a:rPr sz="1600" b="0" dirty="0" err="1">
                <a:solidFill>
                  <a:srgbClr val="222222"/>
                </a:solidFill>
                <a:latin typeface="Neue Haas Grotesk Text Pro"/>
              </a:rPr>
              <a:t>Explicar</a:t>
            </a:r>
            <a:r>
              <a:rPr sz="1600" b="0" dirty="0">
                <a:solidFill>
                  <a:srgbClr val="222222"/>
                </a:solidFill>
                <a:latin typeface="Neue Haas Grotesk Text Pro"/>
              </a:rPr>
              <a:t> </a:t>
            </a:r>
            <a:r>
              <a:rPr sz="1600" b="0" dirty="0" err="1">
                <a:solidFill>
                  <a:srgbClr val="222222"/>
                </a:solidFill>
                <a:latin typeface="Neue Haas Grotesk Text Pro"/>
              </a:rPr>
              <a:t>cómo</a:t>
            </a:r>
            <a:r>
              <a:rPr sz="1600" b="0" dirty="0">
                <a:solidFill>
                  <a:srgbClr val="222222"/>
                </a:solidFill>
                <a:latin typeface="Neue Haas Grotesk Text Pro"/>
              </a:rPr>
              <a:t> </a:t>
            </a:r>
            <a:r>
              <a:rPr sz="1600" b="0" dirty="0" err="1">
                <a:solidFill>
                  <a:srgbClr val="222222"/>
                </a:solidFill>
                <a:latin typeface="Neue Haas Grotesk Text Pro"/>
              </a:rPr>
              <a:t>funciona</a:t>
            </a:r>
            <a:r>
              <a:rPr sz="1600" b="0" dirty="0">
                <a:solidFill>
                  <a:srgbClr val="222222"/>
                </a:solidFill>
                <a:latin typeface="Neue Haas Grotesk Text Pro"/>
              </a:rPr>
              <a:t> la </a:t>
            </a:r>
            <a:r>
              <a:rPr sz="1600" b="0" dirty="0" err="1">
                <a:solidFill>
                  <a:srgbClr val="222222"/>
                </a:solidFill>
                <a:latin typeface="Neue Haas Grotesk Text Pro"/>
              </a:rPr>
              <a:t>estructura</a:t>
            </a:r>
            <a:r>
              <a:rPr sz="1600" b="0" dirty="0">
                <a:solidFill>
                  <a:srgbClr val="222222"/>
                </a:solidFill>
                <a:latin typeface="Neue Haas Grotesk Text Pro"/>
              </a:rPr>
              <a:t> </a:t>
            </a:r>
            <a:r>
              <a:rPr sz="1600" b="0" dirty="0" err="1">
                <a:solidFill>
                  <a:srgbClr val="222222"/>
                </a:solidFill>
                <a:latin typeface="Neue Haas Grotesk Text Pro"/>
              </a:rPr>
              <a:t>condicional</a:t>
            </a:r>
            <a:r>
              <a:rPr sz="1600" b="0" dirty="0">
                <a:solidFill>
                  <a:srgbClr val="222222"/>
                </a:solidFill>
                <a:latin typeface="Neue Haas Grotesk Text Pro"/>
              </a:rPr>
              <a:t> IF / ELSE IF / ELSE </a:t>
            </a:r>
            <a:r>
              <a:rPr sz="1600" b="0" dirty="0" err="1">
                <a:solidFill>
                  <a:srgbClr val="222222"/>
                </a:solidFill>
                <a:latin typeface="Neue Haas Grotesk Text Pro"/>
              </a:rPr>
              <a:t>en</a:t>
            </a:r>
            <a:r>
              <a:rPr sz="1600" b="0" dirty="0">
                <a:solidFill>
                  <a:srgbClr val="222222"/>
                </a:solidFill>
                <a:latin typeface="Neue Haas Grotesk Text Pro"/>
              </a:rPr>
              <a:t> Robot Framework y </a:t>
            </a:r>
            <a:r>
              <a:rPr sz="1600" b="0" dirty="0" err="1">
                <a:solidFill>
                  <a:srgbClr val="222222"/>
                </a:solidFill>
                <a:latin typeface="Neue Haas Grotesk Text Pro"/>
              </a:rPr>
              <a:t>en</a:t>
            </a:r>
            <a:r>
              <a:rPr sz="1600" b="0" dirty="0">
                <a:solidFill>
                  <a:srgbClr val="222222"/>
                </a:solidFill>
                <a:latin typeface="Neue Haas Grotesk Text Pro"/>
              </a:rPr>
              <a:t> </a:t>
            </a:r>
            <a:r>
              <a:rPr sz="1600" b="0" dirty="0" err="1">
                <a:solidFill>
                  <a:srgbClr val="222222"/>
                </a:solidFill>
                <a:latin typeface="Neue Haas Grotesk Text Pro"/>
              </a:rPr>
              <a:t>qué</a:t>
            </a:r>
            <a:r>
              <a:rPr sz="1600" b="0" dirty="0">
                <a:solidFill>
                  <a:srgbClr val="222222"/>
                </a:solidFill>
                <a:latin typeface="Neue Haas Grotesk Text Pro"/>
              </a:rPr>
              <a:t> </a:t>
            </a:r>
            <a:r>
              <a:rPr sz="1600" b="0" dirty="0" err="1">
                <a:solidFill>
                  <a:srgbClr val="222222"/>
                </a:solidFill>
                <a:latin typeface="Neue Haas Grotesk Text Pro"/>
              </a:rPr>
              <a:t>contextos</a:t>
            </a:r>
            <a:r>
              <a:rPr sz="1600" b="0" dirty="0">
                <a:solidFill>
                  <a:srgbClr val="222222"/>
                </a:solidFill>
                <a:latin typeface="Neue Haas Grotesk Text Pro"/>
              </a:rPr>
              <a:t> se </a:t>
            </a:r>
            <a:r>
              <a:rPr sz="1600" b="0" dirty="0" err="1">
                <a:solidFill>
                  <a:srgbClr val="222222"/>
                </a:solidFill>
                <a:latin typeface="Neue Haas Grotesk Text Pro"/>
              </a:rPr>
              <a:t>aplica</a:t>
            </a:r>
            <a:r>
              <a:rPr sz="1600" b="0" dirty="0">
                <a:solidFill>
                  <a:srgbClr val="222222"/>
                </a:solidFill>
                <a:latin typeface="Neue Haas Grotesk Text Pro"/>
              </a:rPr>
              <a:t>.</a:t>
            </a:r>
          </a:p>
          <a:p>
            <a:pPr algn="just">
              <a:spcAft>
                <a:spcPts val="600"/>
              </a:spcAft>
            </a:pPr>
            <a:r>
              <a:rPr sz="1600" b="1" dirty="0">
                <a:solidFill>
                  <a:srgbClr val="FFC000"/>
                </a:solidFill>
                <a:latin typeface="Neue Haas Grotesk Text Pro"/>
              </a:rPr>
              <a:t>• </a:t>
            </a:r>
            <a:r>
              <a:rPr sz="1600" b="0" dirty="0" err="1">
                <a:solidFill>
                  <a:srgbClr val="222222"/>
                </a:solidFill>
                <a:latin typeface="Neue Haas Grotesk Text Pro"/>
              </a:rPr>
              <a:t>Describir</a:t>
            </a:r>
            <a:r>
              <a:rPr sz="1600" b="0" dirty="0">
                <a:solidFill>
                  <a:srgbClr val="222222"/>
                </a:solidFill>
                <a:latin typeface="Neue Haas Grotesk Text Pro"/>
              </a:rPr>
              <a:t> las </a:t>
            </a:r>
            <a:r>
              <a:rPr sz="1600" b="0" dirty="0" err="1">
                <a:solidFill>
                  <a:srgbClr val="222222"/>
                </a:solidFill>
                <a:latin typeface="Neue Haas Grotesk Text Pro"/>
              </a:rPr>
              <a:t>diferencias</a:t>
            </a:r>
            <a:r>
              <a:rPr sz="1600" b="0" dirty="0">
                <a:solidFill>
                  <a:srgbClr val="222222"/>
                </a:solidFill>
                <a:latin typeface="Neue Haas Grotesk Text Pro"/>
              </a:rPr>
              <a:t> </a:t>
            </a:r>
            <a:r>
              <a:rPr sz="1600" b="0" dirty="0" err="1">
                <a:solidFill>
                  <a:srgbClr val="222222"/>
                </a:solidFill>
                <a:latin typeface="Neue Haas Grotesk Text Pro"/>
              </a:rPr>
              <a:t>sintácticas</a:t>
            </a:r>
            <a:r>
              <a:rPr sz="1600" b="0" dirty="0">
                <a:solidFill>
                  <a:srgbClr val="222222"/>
                </a:solidFill>
                <a:latin typeface="Neue Haas Grotesk Text Pro"/>
              </a:rPr>
              <a:t> entre </a:t>
            </a:r>
            <a:r>
              <a:rPr sz="1600" b="0" dirty="0" err="1">
                <a:solidFill>
                  <a:srgbClr val="222222"/>
                </a:solidFill>
                <a:latin typeface="Neue Haas Grotesk Text Pro"/>
              </a:rPr>
              <a:t>el</a:t>
            </a:r>
            <a:r>
              <a:rPr sz="1600" b="0" dirty="0">
                <a:solidFill>
                  <a:srgbClr val="222222"/>
                </a:solidFill>
                <a:latin typeface="Neue Haas Grotesk Text Pro"/>
              </a:rPr>
              <a:t> </a:t>
            </a:r>
            <a:r>
              <a:rPr sz="1600" b="0" dirty="0" err="1">
                <a:solidFill>
                  <a:srgbClr val="222222"/>
                </a:solidFill>
                <a:latin typeface="Neue Haas Grotesk Text Pro"/>
              </a:rPr>
              <a:t>bloque</a:t>
            </a:r>
            <a:r>
              <a:rPr sz="1600" b="0" dirty="0">
                <a:solidFill>
                  <a:srgbClr val="222222"/>
                </a:solidFill>
                <a:latin typeface="Neue Haas Grotesk Text Pro"/>
              </a:rPr>
              <a:t> IF </a:t>
            </a:r>
            <a:r>
              <a:rPr sz="1600" b="0" dirty="0" err="1">
                <a:solidFill>
                  <a:srgbClr val="222222"/>
                </a:solidFill>
                <a:latin typeface="Neue Haas Grotesk Text Pro"/>
              </a:rPr>
              <a:t>nativo</a:t>
            </a:r>
            <a:r>
              <a:rPr sz="1600" b="0" dirty="0">
                <a:solidFill>
                  <a:srgbClr val="222222"/>
                </a:solidFill>
                <a:latin typeface="Neue Haas Grotesk Text Pro"/>
              </a:rPr>
              <a:t> de RF y </a:t>
            </a:r>
            <a:r>
              <a:rPr sz="1600" b="0" dirty="0" err="1">
                <a:solidFill>
                  <a:srgbClr val="222222"/>
                </a:solidFill>
                <a:latin typeface="Neue Haas Grotesk Text Pro"/>
              </a:rPr>
              <a:t>el</a:t>
            </a:r>
            <a:r>
              <a:rPr sz="1600" b="0" dirty="0">
                <a:solidFill>
                  <a:srgbClr val="222222"/>
                </a:solidFill>
                <a:latin typeface="Neue Haas Grotesk Text Pro"/>
              </a:rPr>
              <a:t> </a:t>
            </a:r>
            <a:r>
              <a:rPr sz="1600" b="0" dirty="0" err="1">
                <a:solidFill>
                  <a:srgbClr val="222222"/>
                </a:solidFill>
                <a:latin typeface="Neue Haas Grotesk Text Pro"/>
              </a:rPr>
              <a:t>enfoque</a:t>
            </a:r>
            <a:r>
              <a:rPr sz="1600" b="0" dirty="0">
                <a:solidFill>
                  <a:srgbClr val="222222"/>
                </a:solidFill>
                <a:latin typeface="Neue Haas Grotesk Text Pro"/>
              </a:rPr>
              <a:t> </a:t>
            </a:r>
            <a:r>
              <a:rPr sz="1600" b="0" dirty="0" err="1">
                <a:solidFill>
                  <a:srgbClr val="222222"/>
                </a:solidFill>
                <a:latin typeface="Neue Haas Grotesk Text Pro"/>
              </a:rPr>
              <a:t>heredado</a:t>
            </a:r>
            <a:r>
              <a:rPr sz="1600" b="0" dirty="0">
                <a:solidFill>
                  <a:srgbClr val="222222"/>
                </a:solidFill>
                <a:latin typeface="Neue Haas Grotesk Text Pro"/>
              </a:rPr>
              <a:t> </a:t>
            </a:r>
            <a:r>
              <a:rPr sz="1600" b="0" dirty="0" err="1">
                <a:solidFill>
                  <a:srgbClr val="222222"/>
                </a:solidFill>
                <a:latin typeface="Neue Haas Grotesk Text Pro"/>
              </a:rPr>
              <a:t>conRun</a:t>
            </a:r>
            <a:r>
              <a:rPr sz="1600" b="0" dirty="0">
                <a:solidFill>
                  <a:srgbClr val="222222"/>
                </a:solidFill>
                <a:latin typeface="Neue Haas Grotesk Text Pro"/>
              </a:rPr>
              <a:t> Keyword If.</a:t>
            </a:r>
          </a:p>
          <a:p>
            <a:pPr algn="just">
              <a:spcAft>
                <a:spcPts val="600"/>
              </a:spcAft>
            </a:pPr>
            <a:r>
              <a:rPr sz="1600" b="1" dirty="0">
                <a:solidFill>
                  <a:srgbClr val="FFC000"/>
                </a:solidFill>
                <a:latin typeface="Neue Haas Grotesk Text Pro"/>
              </a:rPr>
              <a:t>• </a:t>
            </a:r>
            <a:r>
              <a:rPr sz="1600" b="0" dirty="0" err="1">
                <a:solidFill>
                  <a:srgbClr val="222222"/>
                </a:solidFill>
                <a:latin typeface="Neue Haas Grotesk Text Pro"/>
              </a:rPr>
              <a:t>Interpretar</a:t>
            </a:r>
            <a:r>
              <a:rPr sz="1600" b="0" dirty="0">
                <a:solidFill>
                  <a:srgbClr val="222222"/>
                </a:solidFill>
                <a:latin typeface="Neue Haas Grotesk Text Pro"/>
              </a:rPr>
              <a:t> </a:t>
            </a:r>
            <a:r>
              <a:rPr sz="1600" b="0" dirty="0" err="1">
                <a:solidFill>
                  <a:srgbClr val="222222"/>
                </a:solidFill>
                <a:latin typeface="Neue Haas Grotesk Text Pro"/>
              </a:rPr>
              <a:t>el</a:t>
            </a:r>
            <a:r>
              <a:rPr sz="1600" b="0" dirty="0">
                <a:solidFill>
                  <a:srgbClr val="222222"/>
                </a:solidFill>
                <a:latin typeface="Neue Haas Grotesk Text Pro"/>
              </a:rPr>
              <a:t> </a:t>
            </a:r>
            <a:r>
              <a:rPr sz="1600" b="0" dirty="0" err="1">
                <a:solidFill>
                  <a:srgbClr val="222222"/>
                </a:solidFill>
                <a:latin typeface="Neue Haas Grotesk Text Pro"/>
              </a:rPr>
              <a:t>flujo</a:t>
            </a:r>
            <a:r>
              <a:rPr sz="1600" b="0" dirty="0">
                <a:solidFill>
                  <a:srgbClr val="222222"/>
                </a:solidFill>
                <a:latin typeface="Neue Haas Grotesk Text Pro"/>
              </a:rPr>
              <a:t> de </a:t>
            </a:r>
            <a:r>
              <a:rPr sz="1600" b="0" dirty="0" err="1">
                <a:solidFill>
                  <a:srgbClr val="222222"/>
                </a:solidFill>
                <a:latin typeface="Neue Haas Grotesk Text Pro"/>
              </a:rPr>
              <a:t>ejecución</a:t>
            </a:r>
            <a:r>
              <a:rPr sz="1600" b="0" dirty="0">
                <a:solidFill>
                  <a:srgbClr val="222222"/>
                </a:solidFill>
                <a:latin typeface="Neue Haas Grotesk Text Pro"/>
              </a:rPr>
              <a:t> de un test case o keyword </a:t>
            </a:r>
            <a:r>
              <a:rPr sz="1600" b="0" dirty="0" err="1">
                <a:solidFill>
                  <a:srgbClr val="222222"/>
                </a:solidFill>
                <a:latin typeface="Neue Haas Grotesk Text Pro"/>
              </a:rPr>
              <a:t>que</a:t>
            </a:r>
            <a:r>
              <a:rPr sz="1600" b="0" dirty="0">
                <a:solidFill>
                  <a:srgbClr val="222222"/>
                </a:solidFill>
                <a:latin typeface="Neue Haas Grotesk Text Pro"/>
              </a:rPr>
              <a:t> </a:t>
            </a:r>
            <a:r>
              <a:rPr sz="1600" b="0" dirty="0" err="1">
                <a:solidFill>
                  <a:srgbClr val="222222"/>
                </a:solidFill>
                <a:latin typeface="Neue Haas Grotesk Text Pro"/>
              </a:rPr>
              <a:t>contiene</a:t>
            </a:r>
            <a:r>
              <a:rPr sz="1600" b="0" dirty="0">
                <a:solidFill>
                  <a:srgbClr val="222222"/>
                </a:solidFill>
                <a:latin typeface="Neue Haas Grotesk Text Pro"/>
              </a:rPr>
              <a:t> </a:t>
            </a:r>
            <a:r>
              <a:rPr sz="1600" b="0" dirty="0" err="1">
                <a:solidFill>
                  <a:srgbClr val="222222"/>
                </a:solidFill>
                <a:latin typeface="Neue Haas Grotesk Text Pro"/>
              </a:rPr>
              <a:t>ramas</a:t>
            </a:r>
            <a:r>
              <a:rPr sz="1600" b="0" dirty="0">
                <a:solidFill>
                  <a:srgbClr val="222222"/>
                </a:solidFill>
                <a:latin typeface="Neue Haas Grotesk Text Pro"/>
              </a:rPr>
              <a:t> </a:t>
            </a:r>
            <a:r>
              <a:rPr sz="1600" b="0" dirty="0" err="1">
                <a:solidFill>
                  <a:srgbClr val="222222"/>
                </a:solidFill>
                <a:latin typeface="Neue Haas Grotesk Text Pro"/>
              </a:rPr>
              <a:t>condicionales</a:t>
            </a:r>
            <a:r>
              <a:rPr sz="1600" b="0" dirty="0">
                <a:solidFill>
                  <a:srgbClr val="222222"/>
                </a:solidFill>
                <a:latin typeface="Neue Haas Grotesk Text Pro"/>
              </a:rPr>
              <a:t> con </a:t>
            </a:r>
            <a:r>
              <a:rPr sz="1600" b="0" dirty="0" err="1">
                <a:solidFill>
                  <a:srgbClr val="222222"/>
                </a:solidFill>
                <a:latin typeface="Neue Haas Grotesk Text Pro"/>
              </a:rPr>
              <a:t>múltiples</a:t>
            </a:r>
            <a:r>
              <a:rPr sz="1600" b="0" dirty="0">
                <a:solidFill>
                  <a:srgbClr val="222222"/>
                </a:solidFill>
                <a:latin typeface="Neue Haas Grotesk Text Pro"/>
              </a:rPr>
              <a:t> </a:t>
            </a:r>
            <a:r>
              <a:rPr sz="1600" b="0" dirty="0" err="1">
                <a:solidFill>
                  <a:srgbClr val="222222"/>
                </a:solidFill>
                <a:latin typeface="Neue Haas Grotesk Text Pro"/>
              </a:rPr>
              <a:t>condiciones</a:t>
            </a:r>
            <a:r>
              <a:rPr sz="1600" b="0" dirty="0">
                <a:solidFill>
                  <a:srgbClr val="222222"/>
                </a:solidFill>
                <a:latin typeface="Neue Haas Grotesk Text Pro"/>
              </a:rPr>
              <a:t>.</a:t>
            </a:r>
          </a:p>
          <a:p>
            <a:pPr algn="just">
              <a:spcAft>
                <a:spcPts val="600"/>
              </a:spcAft>
            </a:pPr>
            <a:r>
              <a:rPr sz="1600" b="1" dirty="0">
                <a:solidFill>
                  <a:srgbClr val="FFC000"/>
                </a:solidFill>
                <a:latin typeface="Neue Haas Grotesk Text Pro"/>
              </a:rPr>
              <a:t>• </a:t>
            </a:r>
            <a:r>
              <a:rPr sz="1600" b="0" dirty="0">
                <a:solidFill>
                  <a:srgbClr val="222222"/>
                </a:solidFill>
                <a:latin typeface="Neue Haas Grotesk Text Pro"/>
              </a:rPr>
              <a:t>Las </a:t>
            </a:r>
            <a:r>
              <a:rPr sz="1600" b="0" dirty="0" err="1">
                <a:solidFill>
                  <a:srgbClr val="222222"/>
                </a:solidFill>
                <a:latin typeface="Neue Haas Grotesk Text Pro"/>
              </a:rPr>
              <a:t>condiciones</a:t>
            </a:r>
            <a:r>
              <a:rPr sz="1600" b="0" dirty="0">
                <a:solidFill>
                  <a:srgbClr val="222222"/>
                </a:solidFill>
                <a:latin typeface="Neue Haas Grotesk Text Pro"/>
              </a:rPr>
              <a:t> se </a:t>
            </a:r>
            <a:r>
              <a:rPr sz="1600" b="0" dirty="0" err="1">
                <a:solidFill>
                  <a:srgbClr val="222222"/>
                </a:solidFill>
                <a:latin typeface="Neue Haas Grotesk Text Pro"/>
              </a:rPr>
              <a:t>evalúan</a:t>
            </a:r>
            <a:r>
              <a:rPr sz="1600" b="0" dirty="0">
                <a:solidFill>
                  <a:srgbClr val="222222"/>
                </a:solidFill>
                <a:latin typeface="Neue Haas Grotesk Text Pro"/>
              </a:rPr>
              <a:t> </a:t>
            </a:r>
            <a:r>
              <a:rPr sz="1600" b="0" dirty="0" err="1">
                <a:solidFill>
                  <a:srgbClr val="222222"/>
                </a:solidFill>
                <a:latin typeface="Neue Haas Grotesk Text Pro"/>
              </a:rPr>
              <a:t>como</a:t>
            </a:r>
            <a:r>
              <a:rPr sz="1600" b="0" dirty="0">
                <a:solidFill>
                  <a:srgbClr val="222222"/>
                </a:solidFill>
                <a:latin typeface="Neue Haas Grotesk Text Pro"/>
              </a:rPr>
              <a:t> </a:t>
            </a:r>
            <a:r>
              <a:rPr sz="1600" b="0" dirty="0" err="1">
                <a:solidFill>
                  <a:srgbClr val="222222"/>
                </a:solidFill>
                <a:latin typeface="Neue Haas Grotesk Text Pro"/>
              </a:rPr>
              <a:t>expresiones</a:t>
            </a:r>
            <a:r>
              <a:rPr sz="1600" b="0" dirty="0">
                <a:solidFill>
                  <a:srgbClr val="222222"/>
                </a:solidFill>
                <a:latin typeface="Neue Haas Grotesk Text Pro"/>
              </a:rPr>
              <a:t> Python, lo </a:t>
            </a:r>
            <a:r>
              <a:rPr sz="1600" b="0" dirty="0" err="1">
                <a:solidFill>
                  <a:srgbClr val="222222"/>
                </a:solidFill>
                <a:latin typeface="Neue Haas Grotesk Text Pro"/>
              </a:rPr>
              <a:t>que</a:t>
            </a:r>
            <a:r>
              <a:rPr sz="1600" b="0" dirty="0">
                <a:solidFill>
                  <a:srgbClr val="222222"/>
                </a:solidFill>
                <a:latin typeface="Neue Haas Grotesk Text Pro"/>
              </a:rPr>
              <a:t> </a:t>
            </a:r>
            <a:r>
              <a:rPr sz="1600" b="0" dirty="0" err="1">
                <a:solidFill>
                  <a:srgbClr val="222222"/>
                </a:solidFill>
                <a:latin typeface="Neue Haas Grotesk Text Pro"/>
              </a:rPr>
              <a:t>permite</a:t>
            </a:r>
            <a:r>
              <a:rPr sz="1600" b="0" dirty="0">
                <a:solidFill>
                  <a:srgbClr val="222222"/>
                </a:solidFill>
                <a:latin typeface="Neue Haas Grotesk Text Pro"/>
              </a:rPr>
              <a:t> usar </a:t>
            </a:r>
            <a:r>
              <a:rPr sz="1600" b="0" dirty="0" err="1">
                <a:solidFill>
                  <a:srgbClr val="222222"/>
                </a:solidFill>
                <a:latin typeface="Neue Haas Grotesk Text Pro"/>
              </a:rPr>
              <a:t>operadores</a:t>
            </a:r>
            <a:r>
              <a:rPr sz="1600" b="0" dirty="0">
                <a:solidFill>
                  <a:srgbClr val="222222"/>
                </a:solidFill>
                <a:latin typeface="Neue Haas Grotesk Text Pro"/>
              </a:rPr>
              <a:t> de </a:t>
            </a:r>
            <a:r>
              <a:rPr sz="1600" b="0" dirty="0" err="1">
                <a:solidFill>
                  <a:srgbClr val="222222"/>
                </a:solidFill>
                <a:latin typeface="Neue Haas Grotesk Text Pro"/>
              </a:rPr>
              <a:t>comparación</a:t>
            </a:r>
            <a:r>
              <a:rPr sz="1600" b="0" dirty="0">
                <a:solidFill>
                  <a:srgbClr val="222222"/>
                </a:solidFill>
                <a:latin typeface="Neue Haas Grotesk Text Pro"/>
              </a:rPr>
              <a:t> (==,!=,&gt;,&lt;) y </a:t>
            </a:r>
            <a:r>
              <a:rPr sz="1600" b="0" dirty="0" err="1">
                <a:solidFill>
                  <a:srgbClr val="222222"/>
                </a:solidFill>
                <a:latin typeface="Neue Haas Grotesk Text Pro"/>
              </a:rPr>
              <a:t>lógicos</a:t>
            </a:r>
            <a:r>
              <a:rPr sz="1600" b="0" dirty="0">
                <a:solidFill>
                  <a:srgbClr val="222222"/>
                </a:solidFill>
                <a:latin typeface="Neue Haas Grotesk Text Pro"/>
              </a:rPr>
              <a:t> (</a:t>
            </a:r>
            <a:r>
              <a:rPr sz="1600" b="0" dirty="0" err="1">
                <a:solidFill>
                  <a:srgbClr val="222222"/>
                </a:solidFill>
                <a:latin typeface="Neue Haas Grotesk Text Pro"/>
              </a:rPr>
              <a:t>and,or,not</a:t>
            </a:r>
            <a:r>
              <a:rPr sz="1600" b="0" dirty="0">
                <a:solidFill>
                  <a:srgbClr val="222222"/>
                </a:solidFill>
                <a:latin typeface="Neue Haas Grotesk Text Pro"/>
              </a:rPr>
              <a:t>).</a:t>
            </a:r>
          </a:p>
        </p:txBody>
      </p:sp>
      <p:pic>
        <p:nvPicPr>
          <p:cNvPr id="8" name="Picture 7"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1277295" cy="2070201"/>
          </a:xfrm>
          <a:prstGeom prst="rect">
            <a:avLst/>
          </a:prstGeom>
          <a:noFill/>
        </p:spPr>
        <p:txBody>
          <a:bodyPr wrap="none" bIns="73152">
            <a:spAutoFit/>
          </a:bodyPr>
          <a:lstStyle/>
          <a:p>
            <a:pPr algn="ctr">
              <a:defRPr sz="5400" b="1">
                <a:solidFill>
                  <a:srgbClr val="003366"/>
                </a:solidFill>
                <a:latin typeface="Neue Haas Grotesk Text Pro"/>
              </a:defRPr>
            </a:pPr>
            <a:r>
              <a:t>3.1: IF / ELSE IF / ELSE:</a:t>
            </a:r>
          </a:p>
          <a:p>
            <a:pPr algn="ctr">
              <a:defRPr sz="5400" b="1">
                <a:solidFill>
                  <a:srgbClr val="003366"/>
                </a:solidFill>
                <a:latin typeface="Neue Haas Grotesk Text Pro"/>
              </a:defRPr>
            </a:pPr>
            <a:r>
              <a:t>Ejecución Condicional en</a:t>
            </a:r>
          </a:p>
          <a:p>
            <a:pPr algn="ctr">
              <a:defRPr sz="5400" b="1">
                <a:solidFill>
                  <a:srgbClr val="003366"/>
                </a:solidFill>
                <a:latin typeface="Neue Haas Grotesk Text Pro"/>
              </a:defRPr>
            </a:pPr>
            <a:r>
              <a:t>Keywords y Test Cases</a:t>
            </a:r>
          </a:p>
        </p:txBody>
      </p:sp>
      <p:sp>
        <p:nvSpPr>
          <p:cNvPr id="4" name="Rectangle 3"/>
          <p:cNvSpPr/>
          <p:nvPr/>
        </p:nvSpPr>
        <p:spPr>
          <a:xfrm>
            <a:off x="548640" y="2893161"/>
            <a:ext cx="1024128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240633"/>
            <a:ext cx="10241280" cy="457200"/>
          </a:xfrm>
          <a:prstGeom prst="rect">
            <a:avLst/>
          </a:prstGeom>
          <a:noFill/>
        </p:spPr>
        <p:txBody>
          <a:bodyPr wrap="none">
            <a:spAutoFit/>
          </a:bodyPr>
          <a:lstStyle/>
          <a:p>
            <a:pPr algn="l"/>
            <a:r>
              <a:rPr sz="2000" b="0">
                <a:solidFill>
                  <a:srgbClr val="333333"/>
                </a:solidFill>
                <a:latin typeface="Neue Haas Grotesk Text Pro"/>
              </a:rPr>
              <a:t>•  Introducción</a:t>
            </a:r>
          </a:p>
        </p:txBody>
      </p:sp>
      <p:sp>
        <p:nvSpPr>
          <p:cNvPr id="6" name="TextBox 5"/>
          <p:cNvSpPr txBox="1"/>
          <p:nvPr/>
        </p:nvSpPr>
        <p:spPr>
          <a:xfrm>
            <a:off x="731520" y="3697833"/>
            <a:ext cx="10515600" cy="2286000"/>
          </a:xfrm>
          <a:prstGeom prst="rect">
            <a:avLst/>
          </a:prstGeom>
          <a:noFill/>
        </p:spPr>
        <p:txBody>
          <a:bodyPr wrap="square">
            <a:spAutoFit/>
          </a:bodyPr>
          <a:lstStyle/>
          <a:p>
            <a:pPr algn="l">
              <a:spcAft>
                <a:spcPts val="600"/>
              </a:spcAft>
              <a:defRPr sz="1800">
                <a:solidFill>
                  <a:srgbClr val="444444"/>
                </a:solidFill>
                <a:latin typeface="Neue Haas Grotesk Text Pro"/>
              </a:defRPr>
            </a:pPr>
            <a:r>
              <a:rPr/>
              <a:t>Rara vez todos los escenarios de prueba son iguales. El bloque</a:t>
            </a:r>
          </a:p>
          <a:p>
            <a:r>
              <a:rPr/>
              <a:t>IF / ELSE IF / ELSE te permite ejecutar keywords distintas</a:t>
            </a:r>
          </a:p>
          <a:p>
            <a:r>
              <a:rPr/>
              <a:t>según una condición.</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¿Qué es un Bloque Condicional en RF?</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4510735" y="1335024"/>
            <a:ext cx="7269480" cy="4553712"/>
          </a:xfrm>
          <a:prstGeom prst="rect">
            <a:avLst/>
          </a:prstGeom>
        </p:spPr>
      </p:pic>
      <p:sp>
        <p:nvSpPr>
          <p:cNvPr id="6" name="TextBox 5"/>
          <p:cNvSpPr txBox="1"/>
          <p:nvPr/>
        </p:nvSpPr>
        <p:spPr>
          <a:xfrm>
            <a:off x="411480" y="1205179"/>
            <a:ext cx="3916375" cy="4811573"/>
          </a:xfrm>
          <a:prstGeom prst="rect">
            <a:avLst/>
          </a:prstGeom>
          <a:noFill/>
        </p:spPr>
        <p:txBody>
          <a:bodyPr wrap="square">
            <a:spAutoFit/>
          </a:bodyPr>
          <a:lstStyle/>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Permite ejecutar keywords solo si una condición es verdadera.</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Evalúa expresiones booleanas en orden: IF → ELSE IF → ELSE.</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Reacciona al estado real del sistema bajo prueba.</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Disponible de forma nativa desde Robot Framework 4.0.</a:t>
            </a: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Sintaxis Nativa del Bloque IF (RF 4.0+)</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205179"/>
            <a:ext cx="11277295" cy="3749039"/>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88059"/>
            <a:ext cx="10911535" cy="3383279"/>
          </a:xfrm>
          <a:prstGeom prst="rect">
            <a:avLst/>
          </a:prstGeom>
          <a:noFill/>
        </p:spPr>
        <p:txBody>
          <a:bodyPr wrap="square">
            <a:spAutoFit/>
          </a:bodyPr>
          <a:lstStyle/>
          <a:p>
            <a:pPr>
              <a:spcBef>
                <a:spcPts val="0"/>
              </a:spcBef>
              <a:spcAft>
                <a:spcPts val="0"/>
              </a:spcAft>
            </a:pPr>
            <a:r>
              <a:rPr sz="1200">
                <a:solidFill>
                  <a:srgbClr val="6A9955"/>
                </a:solidFill>
                <a:latin typeface="Consolas"/>
              </a:rPr>
              <a:t># Sintaxis básica del bloque IF nativo (RF 4.0+)</a:t>
            </a:r>
          </a:p>
          <a:p>
            <a:pPr>
              <a:spcBef>
                <a:spcPts val="0"/>
              </a:spcBef>
              <a:spcAft>
                <a:spcPts val="0"/>
              </a:spcAft>
            </a:pPr>
            <a:r>
              <a:rPr sz="1200">
                <a:solidFill>
                  <a:srgbClr val="6A9955"/>
                </a:solidFill>
                <a:latin typeface="Consolas"/>
              </a:rPr>
              <a:t>IF</a:t>
            </a:r>
            <a:r>
              <a:rPr sz="1200">
                <a:solidFill>
                  <a:srgbClr val="D4D4D4"/>
                </a:solidFill>
                <a:latin typeface="Consolas"/>
              </a:rPr>
              <a:t>    </a:t>
            </a:r>
            <a:r>
              <a:rPr sz="1200">
                <a:solidFill>
                  <a:srgbClr val="6A9955"/>
                </a:solidFill>
                <a:latin typeface="Consolas"/>
              </a:rPr>
              <a:t>${condicion}</a:t>
            </a:r>
          </a:p>
          <a:p>
            <a:pPr>
              <a:spcBef>
                <a:spcPts val="0"/>
              </a:spcBef>
              <a:spcAft>
                <a:spcPts val="0"/>
              </a:spcAft>
            </a:pPr>
            <a:r>
              <a:rPr sz="1200">
                <a:solidFill>
                  <a:srgbClr val="D4D4D4"/>
                </a:solidFill>
                <a:latin typeface="Consolas"/>
              </a:rPr>
              <a:t>    </a:t>
            </a:r>
            <a:r>
              <a:rPr sz="1200">
                <a:solidFill>
                  <a:srgbClr val="6A9955"/>
                </a:solidFill>
                <a:latin typeface="Consolas"/>
              </a:rPr>
              <a:t>Log</a:t>
            </a:r>
            <a:r>
              <a:rPr sz="1200">
                <a:solidFill>
                  <a:srgbClr val="D4D4D4"/>
                </a:solidFill>
                <a:latin typeface="Consolas"/>
              </a:rPr>
              <a:t>    </a:t>
            </a:r>
            <a:r>
              <a:rPr sz="1200">
                <a:solidFill>
                  <a:srgbClr val="6A9955"/>
                </a:solidFill>
                <a:latin typeface="Consolas"/>
              </a:rPr>
              <a:t>La condición es verdadera</a:t>
            </a:r>
          </a:p>
          <a:p>
            <a:pPr>
              <a:spcBef>
                <a:spcPts val="0"/>
              </a:spcBef>
              <a:spcAft>
                <a:spcPts val="0"/>
              </a:spcAft>
            </a:pPr>
            <a:r>
              <a:rPr sz="1200">
                <a:solidFill>
                  <a:srgbClr val="6A9955"/>
                </a:solidFill>
                <a:latin typeface="Consolas"/>
              </a:rPr>
              <a:t>END</a:t>
            </a:r>
          </a:p>
          <a:p>
            <a:pPr>
              <a:spcBef>
                <a:spcPts val="0"/>
              </a:spcBef>
              <a:spcAft>
                <a:spcPts val="0"/>
              </a:spcAft>
            </a:pPr>
            <a:r>
              <a:rPr sz="1200">
                <a:solidFill>
                  <a:srgbClr val="D4D4D4"/>
                </a:solidFill>
                <a:latin typeface="Consolas"/>
              </a:rPr>
              <a:t> </a:t>
            </a:r>
          </a:p>
          <a:p>
            <a:pPr>
              <a:spcBef>
                <a:spcPts val="0"/>
              </a:spcBef>
              <a:spcAft>
                <a:spcPts val="0"/>
              </a:spcAft>
            </a:pPr>
            <a:r>
              <a:rPr sz="1200">
                <a:solidFill>
                  <a:srgbClr val="6A9955"/>
                </a:solidFill>
                <a:latin typeface="Consolas"/>
              </a:rPr>
              <a:t># Bloque IF con ELSE IF y ELSE</a:t>
            </a:r>
          </a:p>
          <a:p>
            <a:pPr>
              <a:spcBef>
                <a:spcPts val="0"/>
              </a:spcBef>
              <a:spcAft>
                <a:spcPts val="0"/>
              </a:spcAft>
            </a:pPr>
            <a:r>
              <a:rPr sz="1200">
                <a:solidFill>
                  <a:srgbClr val="6A9955"/>
                </a:solidFill>
                <a:latin typeface="Consolas"/>
              </a:rPr>
              <a:t>IF</a:t>
            </a:r>
            <a:r>
              <a:rPr sz="1200">
                <a:solidFill>
                  <a:srgbClr val="D4D4D4"/>
                </a:solidFill>
                <a:latin typeface="Consolas"/>
              </a:rPr>
              <a:t>    </a:t>
            </a:r>
            <a:r>
              <a:rPr sz="1200">
                <a:solidFill>
                  <a:srgbClr val="6A9955"/>
                </a:solidFill>
                <a:latin typeface="Consolas"/>
              </a:rPr>
              <a:t>'${estado}' == 'activo'</a:t>
            </a:r>
          </a:p>
          <a:p>
            <a:pPr>
              <a:spcBef>
                <a:spcPts val="0"/>
              </a:spcBef>
              <a:spcAft>
                <a:spcPts val="0"/>
              </a:spcAft>
            </a:pPr>
            <a:r>
              <a:rPr sz="1200">
                <a:solidFill>
                  <a:srgbClr val="D4D4D4"/>
                </a:solidFill>
                <a:latin typeface="Consolas"/>
              </a:rPr>
              <a:t>    </a:t>
            </a:r>
            <a:r>
              <a:rPr sz="1200">
                <a:solidFill>
                  <a:srgbClr val="6A9955"/>
                </a:solidFill>
                <a:latin typeface="Consolas"/>
              </a:rPr>
              <a:t>Log</a:t>
            </a:r>
            <a:r>
              <a:rPr sz="1200">
                <a:solidFill>
                  <a:srgbClr val="D4D4D4"/>
                </a:solidFill>
                <a:latin typeface="Consolas"/>
              </a:rPr>
              <a:t>    </a:t>
            </a:r>
            <a:r>
              <a:rPr sz="1200">
                <a:solidFill>
                  <a:srgbClr val="6A9955"/>
                </a:solidFill>
                <a:latin typeface="Consolas"/>
              </a:rPr>
              <a:t>El usuario está activo</a:t>
            </a:r>
          </a:p>
          <a:p>
            <a:pPr>
              <a:spcBef>
                <a:spcPts val="0"/>
              </a:spcBef>
              <a:spcAft>
                <a:spcPts val="0"/>
              </a:spcAft>
            </a:pPr>
            <a:r>
              <a:rPr sz="1200">
                <a:solidFill>
                  <a:srgbClr val="6A9955"/>
                </a:solidFill>
                <a:latin typeface="Consolas"/>
              </a:rPr>
              <a:t>ELSE IF</a:t>
            </a:r>
            <a:r>
              <a:rPr sz="1200">
                <a:solidFill>
                  <a:srgbClr val="D4D4D4"/>
                </a:solidFill>
                <a:latin typeface="Consolas"/>
              </a:rPr>
              <a:t>    </a:t>
            </a:r>
            <a:r>
              <a:rPr sz="1200">
                <a:solidFill>
                  <a:srgbClr val="6A9955"/>
                </a:solidFill>
                <a:latin typeface="Consolas"/>
              </a:rPr>
              <a:t>'${estado}' == 'suspendido'</a:t>
            </a:r>
          </a:p>
          <a:p>
            <a:pPr>
              <a:spcBef>
                <a:spcPts val="0"/>
              </a:spcBef>
              <a:spcAft>
                <a:spcPts val="0"/>
              </a:spcAft>
            </a:pPr>
            <a:r>
              <a:rPr sz="1200">
                <a:solidFill>
                  <a:srgbClr val="D4D4D4"/>
                </a:solidFill>
                <a:latin typeface="Consolas"/>
              </a:rPr>
              <a:t>    </a:t>
            </a:r>
            <a:r>
              <a:rPr sz="1200">
                <a:solidFill>
                  <a:srgbClr val="6A9955"/>
                </a:solidFill>
                <a:latin typeface="Consolas"/>
              </a:rPr>
              <a:t>Log</a:t>
            </a:r>
            <a:r>
              <a:rPr sz="1200">
                <a:solidFill>
                  <a:srgbClr val="D4D4D4"/>
                </a:solidFill>
                <a:latin typeface="Consolas"/>
              </a:rPr>
              <a:t>    </a:t>
            </a:r>
            <a:r>
              <a:rPr sz="1200">
                <a:solidFill>
                  <a:srgbClr val="6A9955"/>
                </a:solidFill>
                <a:latin typeface="Consolas"/>
              </a:rPr>
              <a:t>El usuario está suspendido</a:t>
            </a:r>
          </a:p>
          <a:p>
            <a:pPr>
              <a:spcBef>
                <a:spcPts val="0"/>
              </a:spcBef>
              <a:spcAft>
                <a:spcPts val="0"/>
              </a:spcAft>
            </a:pPr>
            <a:r>
              <a:rPr sz="1200">
                <a:solidFill>
                  <a:srgbClr val="6A9955"/>
                </a:solidFill>
                <a:latin typeface="Consolas"/>
              </a:rPr>
              <a:t>ELSE</a:t>
            </a:r>
          </a:p>
          <a:p>
            <a:pPr>
              <a:spcBef>
                <a:spcPts val="0"/>
              </a:spcBef>
              <a:spcAft>
                <a:spcPts val="0"/>
              </a:spcAft>
            </a:pPr>
            <a:r>
              <a:rPr sz="1200">
                <a:solidFill>
                  <a:srgbClr val="D4D4D4"/>
                </a:solidFill>
                <a:latin typeface="Consolas"/>
              </a:rPr>
              <a:t>    </a:t>
            </a:r>
            <a:r>
              <a:rPr sz="1200">
                <a:solidFill>
                  <a:srgbClr val="6A9955"/>
                </a:solidFill>
                <a:latin typeface="Consolas"/>
              </a:rPr>
              <a:t>Log</a:t>
            </a:r>
            <a:r>
              <a:rPr sz="1200">
                <a:solidFill>
                  <a:srgbClr val="D4D4D4"/>
                </a:solidFill>
                <a:latin typeface="Consolas"/>
              </a:rPr>
              <a:t>    </a:t>
            </a:r>
            <a:r>
              <a:rPr sz="1200">
                <a:solidFill>
                  <a:srgbClr val="6A9955"/>
                </a:solidFill>
                <a:latin typeface="Consolas"/>
              </a:rPr>
              <a:t>Estado desconocido: ${estado}</a:t>
            </a:r>
          </a:p>
          <a:p>
            <a:pPr>
              <a:spcBef>
                <a:spcPts val="0"/>
              </a:spcBef>
              <a:spcAft>
                <a:spcPts val="0"/>
              </a:spcAft>
            </a:pPr>
            <a:r>
              <a:rPr sz="1200">
                <a:solidFill>
                  <a:srgbClr val="6A9955"/>
                </a:solidFill>
                <a:latin typeface="Consolas"/>
              </a:rPr>
              <a:t>END</a:t>
            </a:r>
          </a:p>
          <a:p>
            <a:pPr>
              <a:spcBef>
                <a:spcPts val="0"/>
              </a:spcBef>
              <a:spcAft>
                <a:spcPts val="0"/>
              </a:spcAft>
            </a:pPr>
            <a:r>
              <a:rPr sz="1200">
                <a:solidFill>
                  <a:srgbClr val="D4D4D4"/>
                </a:solidFill>
                <a:latin typeface="Consolas"/>
              </a:rPr>
              <a:t> </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1277295" cy="2070201"/>
          </a:xfrm>
          <a:prstGeom prst="rect">
            <a:avLst/>
          </a:prstGeom>
          <a:noFill/>
        </p:spPr>
        <p:txBody>
          <a:bodyPr wrap="none" bIns="73152">
            <a:spAutoFit/>
          </a:bodyPr>
          <a:lstStyle/>
          <a:p>
            <a:pPr algn="ctr">
              <a:defRPr sz="5400" b="1">
                <a:solidFill>
                  <a:srgbClr val="003366"/>
                </a:solidFill>
                <a:latin typeface="Neue Haas Grotesk Text Pro"/>
              </a:defRPr>
            </a:pPr>
            <a:r>
              <a:t>3.2: FOR / WHILE: Iteración</a:t>
            </a:r>
          </a:p>
          <a:p>
            <a:pPr algn="ctr">
              <a:defRPr sz="5400" b="1">
                <a:solidFill>
                  <a:srgbClr val="003366"/>
                </a:solidFill>
                <a:latin typeface="Neue Haas Grotesk Text Pro"/>
              </a:defRPr>
            </a:pPr>
            <a:r>
              <a:t>sobre Listas, Rangos y</a:t>
            </a:r>
          </a:p>
          <a:p>
            <a:pPr algn="ctr">
              <a:defRPr sz="5400" b="1">
                <a:solidFill>
                  <a:srgbClr val="003366"/>
                </a:solidFill>
                <a:latin typeface="Neue Haas Grotesk Text Pro"/>
              </a:defRPr>
            </a:pPr>
            <a:r>
              <a:t>Condiciones</a:t>
            </a:r>
          </a:p>
        </p:txBody>
      </p:sp>
      <p:sp>
        <p:nvSpPr>
          <p:cNvPr id="4" name="Rectangle 3"/>
          <p:cNvSpPr/>
          <p:nvPr/>
        </p:nvSpPr>
        <p:spPr>
          <a:xfrm>
            <a:off x="548640" y="2893161"/>
            <a:ext cx="1024128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240633"/>
            <a:ext cx="10241280" cy="457200"/>
          </a:xfrm>
          <a:prstGeom prst="rect">
            <a:avLst/>
          </a:prstGeom>
          <a:noFill/>
        </p:spPr>
        <p:txBody>
          <a:bodyPr wrap="none">
            <a:spAutoFit/>
          </a:bodyPr>
          <a:lstStyle/>
          <a:p>
            <a:pPr algn="l"/>
            <a:r>
              <a:rPr sz="2000" b="0">
                <a:solidFill>
                  <a:srgbClr val="333333"/>
                </a:solidFill>
                <a:latin typeface="Neue Haas Grotesk Text Pro"/>
              </a:rPr>
              <a:t>•  Introducción</a:t>
            </a:r>
          </a:p>
        </p:txBody>
      </p:sp>
      <p:sp>
        <p:nvSpPr>
          <p:cNvPr id="6" name="TextBox 5"/>
          <p:cNvSpPr txBox="1"/>
          <p:nvPr/>
        </p:nvSpPr>
        <p:spPr>
          <a:xfrm>
            <a:off x="731520" y="3697833"/>
            <a:ext cx="10515600" cy="1477328"/>
          </a:xfrm>
          <a:prstGeom prst="rect">
            <a:avLst/>
          </a:prstGeom>
          <a:noFill/>
        </p:spPr>
        <p:txBody>
          <a:bodyPr wrap="square">
            <a:spAutoFit/>
          </a:bodyPr>
          <a:lstStyle/>
          <a:p>
            <a:pPr algn="just">
              <a:spcAft>
                <a:spcPts val="600"/>
              </a:spcAft>
              <a:defRPr sz="1800">
                <a:solidFill>
                  <a:srgbClr val="444444"/>
                </a:solidFill>
                <a:latin typeface="Neue Haas Grotesk Text Pro"/>
              </a:defRPr>
            </a:pPr>
            <a:r>
              <a:rPr/>
              <a:t>Cuando trabajas con varios datos a la vez (una lista de</a:t>
            </a:r>
          </a:p>
          <a:p>
            <a:r>
              <a:rPr/>
              <a:t>clientes, de consumos, de endpoints), FOR te permite repetir</a:t>
            </a:r>
          </a:p>
          <a:p>
            <a:r>
              <a:rPr/>
              <a:t>una verificación para cada uno sin duplicar código.</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Estructura General de los Bucles</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4510735" y="1335024"/>
            <a:ext cx="7269480" cy="4553712"/>
          </a:xfrm>
          <a:prstGeom prst="rect">
            <a:avLst/>
          </a:prstGeom>
        </p:spPr>
      </p:pic>
      <p:sp>
        <p:nvSpPr>
          <p:cNvPr id="6" name="TextBox 5"/>
          <p:cNvSpPr txBox="1"/>
          <p:nvPr/>
        </p:nvSpPr>
        <p:spPr>
          <a:xfrm>
            <a:off x="411480" y="1205179"/>
            <a:ext cx="3916375" cy="4811573"/>
          </a:xfrm>
          <a:prstGeom prst="rect">
            <a:avLst/>
          </a:prstGeom>
          <a:noFill/>
        </p:spPr>
        <p:txBody>
          <a:bodyPr wrap="square">
            <a:spAutoFit/>
          </a:bodyPr>
          <a:lstStyle/>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FOR itera sobre listas, rangos o pares clave-valor.</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WHILE repite mientras una condición sea verdadera.</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Ambos admiten BREAK y CONTINUE para control fino.</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Los bucles pueden anidarse; minimizar la profundidad.</a:t>
            </a: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FOR: IN, IN RANGE e IN ENUMERATE</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205179"/>
            <a:ext cx="11277295" cy="41148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88059"/>
            <a:ext cx="10911535" cy="3749039"/>
          </a:xfrm>
          <a:prstGeom prst="rect">
            <a:avLst/>
          </a:prstGeom>
          <a:noFill/>
        </p:spPr>
        <p:txBody>
          <a:bodyPr wrap="square">
            <a:spAutoFit/>
          </a:bodyPr>
          <a:lstStyle/>
          <a:p>
            <a:pPr>
              <a:spcBef>
                <a:spcPts val="0"/>
              </a:spcBef>
              <a:spcAft>
                <a:spcPts val="0"/>
              </a:spcAft>
            </a:pPr>
            <a:r>
              <a:rPr sz="1200">
                <a:solidFill>
                  <a:srgbClr val="D4D4D4"/>
                </a:solidFill>
                <a:latin typeface="Consolas"/>
              </a:rPr>
              <a:t>*** Test Cases ***</a:t>
            </a:r>
          </a:p>
          <a:p>
            <a:pPr>
              <a:spcBef>
                <a:spcPts val="0"/>
              </a:spcBef>
              <a:spcAft>
                <a:spcPts val="0"/>
              </a:spcAft>
            </a:pPr>
            <a:r>
              <a:rPr sz="1200">
                <a:solidFill>
                  <a:srgbClr val="C586C0"/>
                </a:solidFill>
                <a:latin typeface="Consolas"/>
              </a:rPr>
              <a:t>Iterar Lista</a:t>
            </a:r>
          </a:p>
          <a:p>
            <a:pPr>
              <a:spcBef>
                <a:spcPts val="0"/>
              </a:spcBef>
              <a:spcAft>
                <a:spcPts val="0"/>
              </a:spcAft>
            </a:pPr>
            <a:r>
              <a:rPr sz="1200">
                <a:solidFill>
                  <a:srgbClr val="D4D4D4"/>
                </a:solidFill>
                <a:latin typeface="Consolas"/>
              </a:rPr>
              <a:t>    @{</a:t>
            </a:r>
            <a:r>
              <a:rPr sz="1200">
                <a:solidFill>
                  <a:srgbClr val="9CDCFE"/>
                </a:solidFill>
                <a:latin typeface="Consolas"/>
              </a:rPr>
              <a:t>usuarios</a:t>
            </a:r>
            <a:r>
              <a:rPr sz="1200">
                <a:solidFill>
                  <a:srgbClr val="D4D4D4"/>
                </a:solidFill>
                <a:latin typeface="Consolas"/>
              </a:rPr>
              <a:t>}    </a:t>
            </a:r>
            <a:r>
              <a:rPr sz="1200">
                <a:solidFill>
                  <a:srgbClr val="DCDCAA"/>
                </a:solidFill>
                <a:latin typeface="Consolas"/>
              </a:rPr>
              <a:t>Create List</a:t>
            </a:r>
            <a:r>
              <a:rPr sz="1200">
                <a:solidFill>
                  <a:srgbClr val="D4D4D4"/>
                </a:solidFill>
                <a:latin typeface="Consolas"/>
              </a:rPr>
              <a:t>    </a:t>
            </a:r>
            <a:r>
              <a:rPr sz="1200">
                <a:solidFill>
                  <a:srgbClr val="CE9178"/>
                </a:solidFill>
                <a:latin typeface="Consolas"/>
              </a:rPr>
              <a:t>ana</a:t>
            </a:r>
            <a:r>
              <a:rPr sz="1200">
                <a:solidFill>
                  <a:srgbClr val="D4D4D4"/>
                </a:solidFill>
                <a:latin typeface="Consolas"/>
              </a:rPr>
              <a:t>    </a:t>
            </a:r>
            <a:r>
              <a:rPr sz="1200">
                <a:solidFill>
                  <a:srgbClr val="CE9178"/>
                </a:solidFill>
                <a:latin typeface="Consolas"/>
              </a:rPr>
              <a:t>luis</a:t>
            </a:r>
            <a:r>
              <a:rPr sz="1200">
                <a:solidFill>
                  <a:srgbClr val="D4D4D4"/>
                </a:solidFill>
                <a:latin typeface="Consolas"/>
              </a:rPr>
              <a:t>    </a:t>
            </a:r>
            <a:r>
              <a:rPr sz="1200">
                <a:solidFill>
                  <a:srgbClr val="CE9178"/>
                </a:solidFill>
                <a:latin typeface="Consolas"/>
              </a:rPr>
              <a:t>pedro</a:t>
            </a:r>
          </a:p>
          <a:p>
            <a:pPr>
              <a:spcBef>
                <a:spcPts val="0"/>
              </a:spcBef>
              <a:spcAft>
                <a:spcPts val="0"/>
              </a:spcAft>
            </a:pPr>
            <a:r>
              <a:rPr sz="1200">
                <a:solidFill>
                  <a:srgbClr val="D4D4D4"/>
                </a:solidFill>
                <a:latin typeface="Consolas"/>
              </a:rPr>
              <a:t>    </a:t>
            </a:r>
            <a:r>
              <a:rPr sz="1200">
                <a:solidFill>
                  <a:srgbClr val="DCDCAA"/>
                </a:solidFill>
                <a:latin typeface="Consolas"/>
              </a:rPr>
              <a:t>FOR</a:t>
            </a:r>
            <a:r>
              <a:rPr sz="1200">
                <a:solidFill>
                  <a:srgbClr val="D4D4D4"/>
                </a:solidFill>
                <a:latin typeface="Consolas"/>
              </a:rPr>
              <a:t>    ${</a:t>
            </a:r>
            <a:r>
              <a:rPr sz="1200">
                <a:solidFill>
                  <a:srgbClr val="9CDCFE"/>
                </a:solidFill>
                <a:latin typeface="Consolas"/>
              </a:rPr>
              <a:t>usuario</a:t>
            </a:r>
            <a:r>
              <a:rPr sz="1200">
                <a:solidFill>
                  <a:srgbClr val="D4D4D4"/>
                </a:solidFill>
                <a:latin typeface="Consolas"/>
              </a:rPr>
              <a:t>}    </a:t>
            </a:r>
            <a:r>
              <a:rPr sz="1200">
                <a:solidFill>
                  <a:srgbClr val="CE9178"/>
                </a:solidFill>
                <a:latin typeface="Consolas"/>
              </a:rPr>
              <a:t>IN</a:t>
            </a:r>
            <a:r>
              <a:rPr sz="1200">
                <a:solidFill>
                  <a:srgbClr val="D4D4D4"/>
                </a:solidFill>
                <a:latin typeface="Consolas"/>
              </a:rPr>
              <a:t>    @{</a:t>
            </a:r>
            <a:r>
              <a:rPr sz="1200">
                <a:solidFill>
                  <a:srgbClr val="9CDCFE"/>
                </a:solidFill>
                <a:latin typeface="Consolas"/>
              </a:rPr>
              <a:t>usuarios</a:t>
            </a:r>
            <a:r>
              <a:rPr sz="1200">
                <a:solidFill>
                  <a:srgbClr val="D4D4D4"/>
                </a:solidFill>
                <a:latin typeface="Consolas"/>
              </a:rPr>
              <a:t>}</a:t>
            </a:r>
          </a:p>
          <a:p>
            <a:pPr>
              <a:spcBef>
                <a:spcPts val="0"/>
              </a:spcBef>
              <a:spcAft>
                <a:spcPts val="0"/>
              </a:spcAft>
            </a:pPr>
            <a:r>
              <a:rPr sz="1200">
                <a:solidFill>
                  <a:srgbClr val="D4D4D4"/>
                </a:solidFill>
                <a:latin typeface="Consolas"/>
              </a:rPr>
              <a:t>        </a:t>
            </a:r>
            <a:r>
              <a:rPr sz="1200">
                <a:solidFill>
                  <a:srgbClr val="DCDCAA"/>
                </a:solidFill>
                <a:latin typeface="Consolas"/>
              </a:rPr>
              <a:t>Log</a:t>
            </a:r>
            <a:r>
              <a:rPr sz="1200">
                <a:solidFill>
                  <a:srgbClr val="D4D4D4"/>
                </a:solidFill>
                <a:latin typeface="Consolas"/>
              </a:rPr>
              <a:t>    </a:t>
            </a:r>
            <a:r>
              <a:rPr sz="1200">
                <a:solidFill>
                  <a:srgbClr val="CE9178"/>
                </a:solidFill>
                <a:latin typeface="Consolas"/>
              </a:rPr>
              <a:t>Procesando: </a:t>
            </a:r>
            <a:r>
              <a:rPr sz="1200">
                <a:solidFill>
                  <a:srgbClr val="D4D4D4"/>
                </a:solidFill>
                <a:latin typeface="Consolas"/>
              </a:rPr>
              <a:t>${</a:t>
            </a:r>
            <a:r>
              <a:rPr sz="1200">
                <a:solidFill>
                  <a:srgbClr val="9CDCFE"/>
                </a:solidFill>
                <a:latin typeface="Consolas"/>
              </a:rPr>
              <a:t>usuario</a:t>
            </a:r>
            <a:r>
              <a:rPr sz="1200">
                <a:solidFill>
                  <a:srgbClr val="D4D4D4"/>
                </a:solidFill>
                <a:latin typeface="Consolas"/>
              </a:rPr>
              <a:t>}</a:t>
            </a:r>
          </a:p>
          <a:p>
            <a:pPr>
              <a:spcBef>
                <a:spcPts val="0"/>
              </a:spcBef>
              <a:spcAft>
                <a:spcPts val="0"/>
              </a:spcAft>
            </a:pPr>
            <a:r>
              <a:rPr sz="1200">
                <a:solidFill>
                  <a:srgbClr val="D4D4D4"/>
                </a:solidFill>
                <a:latin typeface="Consolas"/>
              </a:rPr>
              <a:t>    </a:t>
            </a:r>
            <a:r>
              <a:rPr sz="1200">
                <a:solidFill>
                  <a:srgbClr val="DCDCAA"/>
                </a:solidFill>
                <a:latin typeface="Consolas"/>
              </a:rPr>
              <a:t>END</a:t>
            </a:r>
          </a:p>
          <a:p>
            <a:pPr>
              <a:spcBef>
                <a:spcPts val="0"/>
              </a:spcBef>
              <a:spcAft>
                <a:spcPts val="0"/>
              </a:spcAft>
            </a:pPr>
            <a:r>
              <a:rPr sz="1200">
                <a:solidFill>
                  <a:srgbClr val="D4D4D4"/>
                </a:solidFill>
                <a:latin typeface="Consolas"/>
              </a:rPr>
              <a:t> </a:t>
            </a:r>
          </a:p>
          <a:p>
            <a:pPr>
              <a:spcBef>
                <a:spcPts val="0"/>
              </a:spcBef>
              <a:spcAft>
                <a:spcPts val="0"/>
              </a:spcAft>
            </a:pPr>
            <a:r>
              <a:rPr sz="1200">
                <a:solidFill>
                  <a:srgbClr val="C586C0"/>
                </a:solidFill>
                <a:latin typeface="Consolas"/>
              </a:rPr>
              <a:t>Iterar Rango Con Paso</a:t>
            </a:r>
          </a:p>
          <a:p>
            <a:pPr>
              <a:spcBef>
                <a:spcPts val="0"/>
              </a:spcBef>
              <a:spcAft>
                <a:spcPts val="0"/>
              </a:spcAft>
            </a:pPr>
            <a:r>
              <a:rPr sz="1200">
                <a:solidFill>
                  <a:srgbClr val="D4D4D4"/>
                </a:solidFill>
                <a:latin typeface="Consolas"/>
              </a:rPr>
              <a:t>    </a:t>
            </a:r>
            <a:r>
              <a:rPr sz="1200">
                <a:solidFill>
                  <a:srgbClr val="DCDCAA"/>
                </a:solidFill>
                <a:latin typeface="Consolas"/>
              </a:rPr>
              <a:t>FOR</a:t>
            </a:r>
            <a:r>
              <a:rPr sz="1200">
                <a:solidFill>
                  <a:srgbClr val="D4D4D4"/>
                </a:solidFill>
                <a:latin typeface="Consolas"/>
              </a:rPr>
              <a:t>    ${</a:t>
            </a:r>
            <a:r>
              <a:rPr sz="1200">
                <a:solidFill>
                  <a:srgbClr val="9CDCFE"/>
                </a:solidFill>
                <a:latin typeface="Consolas"/>
              </a:rPr>
              <a:t>n</a:t>
            </a:r>
            <a:r>
              <a:rPr sz="1200">
                <a:solidFill>
                  <a:srgbClr val="D4D4D4"/>
                </a:solidFill>
                <a:latin typeface="Consolas"/>
              </a:rPr>
              <a:t>}    </a:t>
            </a:r>
            <a:r>
              <a:rPr sz="1200">
                <a:solidFill>
                  <a:srgbClr val="CE9178"/>
                </a:solidFill>
                <a:latin typeface="Consolas"/>
              </a:rPr>
              <a:t>IN RANGE</a:t>
            </a:r>
            <a:r>
              <a:rPr sz="1200">
                <a:solidFill>
                  <a:srgbClr val="D4D4D4"/>
                </a:solidFill>
                <a:latin typeface="Consolas"/>
              </a:rPr>
              <a:t>    </a:t>
            </a:r>
            <a:r>
              <a:rPr sz="1200">
                <a:solidFill>
                  <a:srgbClr val="CE9178"/>
                </a:solidFill>
                <a:latin typeface="Consolas"/>
              </a:rPr>
              <a:t>0</a:t>
            </a:r>
            <a:r>
              <a:rPr sz="1200">
                <a:solidFill>
                  <a:srgbClr val="D4D4D4"/>
                </a:solidFill>
                <a:latin typeface="Consolas"/>
              </a:rPr>
              <a:t>    </a:t>
            </a:r>
            <a:r>
              <a:rPr sz="1200">
                <a:solidFill>
                  <a:srgbClr val="CE9178"/>
                </a:solidFill>
                <a:latin typeface="Consolas"/>
              </a:rPr>
              <a:t>10</a:t>
            </a:r>
            <a:r>
              <a:rPr sz="1200">
                <a:solidFill>
                  <a:srgbClr val="D4D4D4"/>
                </a:solidFill>
                <a:latin typeface="Consolas"/>
              </a:rPr>
              <a:t>    </a:t>
            </a:r>
            <a:r>
              <a:rPr sz="1200">
                <a:solidFill>
                  <a:srgbClr val="CE9178"/>
                </a:solidFill>
                <a:latin typeface="Consolas"/>
              </a:rPr>
              <a:t>2</a:t>
            </a:r>
          </a:p>
          <a:p>
            <a:pPr>
              <a:spcBef>
                <a:spcPts val="0"/>
              </a:spcBef>
              <a:spcAft>
                <a:spcPts val="0"/>
              </a:spcAft>
            </a:pPr>
            <a:r>
              <a:rPr sz="1200">
                <a:solidFill>
                  <a:srgbClr val="D4D4D4"/>
                </a:solidFill>
                <a:latin typeface="Consolas"/>
              </a:rPr>
              <a:t>        </a:t>
            </a:r>
            <a:r>
              <a:rPr sz="1200">
                <a:solidFill>
                  <a:srgbClr val="DCDCAA"/>
                </a:solidFill>
                <a:latin typeface="Consolas"/>
              </a:rPr>
              <a:t>Log</a:t>
            </a:r>
            <a:r>
              <a:rPr sz="1200">
                <a:solidFill>
                  <a:srgbClr val="D4D4D4"/>
                </a:solidFill>
                <a:latin typeface="Consolas"/>
              </a:rPr>
              <a:t>    </a:t>
            </a:r>
            <a:r>
              <a:rPr sz="1200">
                <a:solidFill>
                  <a:srgbClr val="CE9178"/>
                </a:solidFill>
                <a:latin typeface="Consolas"/>
              </a:rPr>
              <a:t>Valor par: </a:t>
            </a:r>
            <a:r>
              <a:rPr sz="1200">
                <a:solidFill>
                  <a:srgbClr val="D4D4D4"/>
                </a:solidFill>
                <a:latin typeface="Consolas"/>
              </a:rPr>
              <a:t>${</a:t>
            </a:r>
            <a:r>
              <a:rPr sz="1200">
                <a:solidFill>
                  <a:srgbClr val="9CDCFE"/>
                </a:solidFill>
                <a:latin typeface="Consolas"/>
              </a:rPr>
              <a:t>n</a:t>
            </a:r>
            <a:r>
              <a:rPr sz="1200">
                <a:solidFill>
                  <a:srgbClr val="D4D4D4"/>
                </a:solidFill>
                <a:latin typeface="Consolas"/>
              </a:rPr>
              <a:t>}</a:t>
            </a:r>
          </a:p>
          <a:p>
            <a:pPr>
              <a:spcBef>
                <a:spcPts val="0"/>
              </a:spcBef>
              <a:spcAft>
                <a:spcPts val="0"/>
              </a:spcAft>
            </a:pPr>
            <a:r>
              <a:rPr sz="1200">
                <a:solidFill>
                  <a:srgbClr val="D4D4D4"/>
                </a:solidFill>
                <a:latin typeface="Consolas"/>
              </a:rPr>
              <a:t>    </a:t>
            </a:r>
            <a:r>
              <a:rPr sz="1200">
                <a:solidFill>
                  <a:srgbClr val="DCDCAA"/>
                </a:solidFill>
                <a:latin typeface="Consolas"/>
              </a:rPr>
              <a:t>END</a:t>
            </a:r>
          </a:p>
          <a:p>
            <a:pPr>
              <a:spcBef>
                <a:spcPts val="0"/>
              </a:spcBef>
              <a:spcAft>
                <a:spcPts val="0"/>
              </a:spcAft>
            </a:pPr>
            <a:r>
              <a:rPr sz="1200">
                <a:solidFill>
                  <a:srgbClr val="D4D4D4"/>
                </a:solidFill>
                <a:latin typeface="Consolas"/>
              </a:rPr>
              <a:t> </a:t>
            </a:r>
          </a:p>
          <a:p>
            <a:pPr>
              <a:spcBef>
                <a:spcPts val="0"/>
              </a:spcBef>
              <a:spcAft>
                <a:spcPts val="0"/>
              </a:spcAft>
            </a:pPr>
            <a:r>
              <a:rPr sz="1200">
                <a:solidFill>
                  <a:srgbClr val="C586C0"/>
                </a:solidFill>
                <a:latin typeface="Consolas"/>
              </a:rPr>
              <a:t>Iterar Con Indice</a:t>
            </a:r>
          </a:p>
          <a:p>
            <a:pPr>
              <a:spcBef>
                <a:spcPts val="0"/>
              </a:spcBef>
              <a:spcAft>
                <a:spcPts val="0"/>
              </a:spcAft>
            </a:pPr>
            <a:r>
              <a:rPr sz="1200">
                <a:solidFill>
                  <a:srgbClr val="D4D4D4"/>
                </a:solidFill>
                <a:latin typeface="Consolas"/>
              </a:rPr>
              <a:t>    @{</a:t>
            </a:r>
            <a:r>
              <a:rPr sz="1200">
                <a:solidFill>
                  <a:srgbClr val="9CDCFE"/>
                </a:solidFill>
                <a:latin typeface="Consolas"/>
              </a:rPr>
              <a:t>frutas</a:t>
            </a:r>
            <a:r>
              <a:rPr sz="1200">
                <a:solidFill>
                  <a:srgbClr val="D4D4D4"/>
                </a:solidFill>
                <a:latin typeface="Consolas"/>
              </a:rPr>
              <a:t>}    </a:t>
            </a:r>
            <a:r>
              <a:rPr sz="1200">
                <a:solidFill>
                  <a:srgbClr val="DCDCAA"/>
                </a:solidFill>
                <a:latin typeface="Consolas"/>
              </a:rPr>
              <a:t>Create List</a:t>
            </a:r>
            <a:r>
              <a:rPr sz="1200">
                <a:solidFill>
                  <a:srgbClr val="D4D4D4"/>
                </a:solidFill>
                <a:latin typeface="Consolas"/>
              </a:rPr>
              <a:t>    </a:t>
            </a:r>
            <a:r>
              <a:rPr sz="1200">
                <a:solidFill>
                  <a:srgbClr val="CE9178"/>
                </a:solidFill>
                <a:latin typeface="Consolas"/>
              </a:rPr>
              <a:t>manzana</a:t>
            </a:r>
            <a:r>
              <a:rPr sz="1200">
                <a:solidFill>
                  <a:srgbClr val="D4D4D4"/>
                </a:solidFill>
                <a:latin typeface="Consolas"/>
              </a:rPr>
              <a:t>    </a:t>
            </a:r>
            <a:r>
              <a:rPr sz="1200">
                <a:solidFill>
                  <a:srgbClr val="CE9178"/>
                </a:solidFill>
                <a:latin typeface="Consolas"/>
              </a:rPr>
              <a:t>pera</a:t>
            </a:r>
            <a:r>
              <a:rPr sz="1200">
                <a:solidFill>
                  <a:srgbClr val="D4D4D4"/>
                </a:solidFill>
                <a:latin typeface="Consolas"/>
              </a:rPr>
              <a:t>    </a:t>
            </a:r>
            <a:r>
              <a:rPr sz="1200">
                <a:solidFill>
                  <a:srgbClr val="CE9178"/>
                </a:solidFill>
                <a:latin typeface="Consolas"/>
              </a:rPr>
              <a:t>uva</a:t>
            </a:r>
          </a:p>
          <a:p>
            <a:pPr>
              <a:spcBef>
                <a:spcPts val="0"/>
              </a:spcBef>
              <a:spcAft>
                <a:spcPts val="0"/>
              </a:spcAft>
            </a:pPr>
            <a:r>
              <a:rPr sz="1200">
                <a:solidFill>
                  <a:srgbClr val="D4D4D4"/>
                </a:solidFill>
                <a:latin typeface="Consolas"/>
              </a:rPr>
              <a:t>    </a:t>
            </a:r>
            <a:r>
              <a:rPr sz="1200">
                <a:solidFill>
                  <a:srgbClr val="DCDCAA"/>
                </a:solidFill>
                <a:latin typeface="Consolas"/>
              </a:rPr>
              <a:t>FOR</a:t>
            </a:r>
            <a:r>
              <a:rPr sz="1200">
                <a:solidFill>
                  <a:srgbClr val="D4D4D4"/>
                </a:solidFill>
                <a:latin typeface="Consolas"/>
              </a:rPr>
              <a:t>    ${</a:t>
            </a:r>
            <a:r>
              <a:rPr sz="1200">
                <a:solidFill>
                  <a:srgbClr val="9CDCFE"/>
                </a:solidFill>
                <a:latin typeface="Consolas"/>
              </a:rPr>
              <a:t>i</a:t>
            </a:r>
            <a:r>
              <a:rPr sz="1200">
                <a:solidFill>
                  <a:srgbClr val="D4D4D4"/>
                </a:solidFill>
                <a:latin typeface="Consolas"/>
              </a:rPr>
              <a:t>}    ${</a:t>
            </a:r>
            <a:r>
              <a:rPr sz="1200">
                <a:solidFill>
                  <a:srgbClr val="9CDCFE"/>
                </a:solidFill>
                <a:latin typeface="Consolas"/>
              </a:rPr>
              <a:t>fruta</a:t>
            </a:r>
            <a:r>
              <a:rPr sz="1200">
                <a:solidFill>
                  <a:srgbClr val="D4D4D4"/>
                </a:solidFill>
                <a:latin typeface="Consolas"/>
              </a:rPr>
              <a:t>}    </a:t>
            </a:r>
            <a:r>
              <a:rPr sz="1200">
                <a:solidFill>
                  <a:srgbClr val="CE9178"/>
                </a:solidFill>
                <a:latin typeface="Consolas"/>
              </a:rPr>
              <a:t>IN ENUMERATE</a:t>
            </a:r>
            <a:r>
              <a:rPr sz="1200">
                <a:solidFill>
                  <a:srgbClr val="D4D4D4"/>
                </a:solidFill>
                <a:latin typeface="Consolas"/>
              </a:rPr>
              <a:t>    @{</a:t>
            </a:r>
            <a:r>
              <a:rPr sz="1200">
                <a:solidFill>
                  <a:srgbClr val="9CDCFE"/>
                </a:solidFill>
                <a:latin typeface="Consolas"/>
              </a:rPr>
              <a:t>frutas</a:t>
            </a:r>
            <a:r>
              <a:rPr sz="1200">
                <a:solidFill>
                  <a:srgbClr val="D4D4D4"/>
                </a:solidFill>
                <a:latin typeface="Consolas"/>
              </a:rPr>
              <a:t>}    </a:t>
            </a:r>
            <a:r>
              <a:rPr sz="1200">
                <a:solidFill>
                  <a:srgbClr val="CE9178"/>
                </a:solidFill>
                <a:latin typeface="Consolas"/>
              </a:rPr>
              <a:t>start=1</a:t>
            </a:r>
          </a:p>
          <a:p>
            <a:pPr>
              <a:spcBef>
                <a:spcPts val="0"/>
              </a:spcBef>
              <a:spcAft>
                <a:spcPts val="0"/>
              </a:spcAft>
            </a:pPr>
            <a:r>
              <a:rPr sz="1200">
                <a:solidFill>
                  <a:srgbClr val="D4D4D4"/>
                </a:solidFill>
                <a:latin typeface="Consolas"/>
              </a:rPr>
              <a:t>        </a:t>
            </a:r>
            <a:r>
              <a:rPr sz="1200">
                <a:solidFill>
                  <a:srgbClr val="DCDCAA"/>
                </a:solidFill>
                <a:latin typeface="Consolas"/>
              </a:rPr>
              <a:t>Log</a:t>
            </a:r>
            <a:r>
              <a:rPr sz="1200">
                <a:solidFill>
                  <a:srgbClr val="D4D4D4"/>
                </a:solidFill>
                <a:latin typeface="Consolas"/>
              </a:rPr>
              <a:t>    ${</a:t>
            </a:r>
            <a:r>
              <a:rPr sz="1200">
                <a:solidFill>
                  <a:srgbClr val="9CDCFE"/>
                </a:solidFill>
                <a:latin typeface="Consolas"/>
              </a:rPr>
              <a:t>i</a:t>
            </a:r>
            <a:r>
              <a:rPr sz="1200">
                <a:solidFill>
                  <a:srgbClr val="D4D4D4"/>
                </a:solidFill>
                <a:latin typeface="Consolas"/>
              </a:rPr>
              <a:t>}</a:t>
            </a:r>
            <a:r>
              <a:rPr sz="1200">
                <a:solidFill>
                  <a:srgbClr val="CE9178"/>
                </a:solidFill>
                <a:latin typeface="Consolas"/>
              </a:rPr>
              <a:t>. </a:t>
            </a:r>
            <a:r>
              <a:rPr sz="1200">
                <a:solidFill>
                  <a:srgbClr val="D4D4D4"/>
                </a:solidFill>
                <a:latin typeface="Consolas"/>
              </a:rPr>
              <a:t>${</a:t>
            </a:r>
            <a:r>
              <a:rPr sz="1200">
                <a:solidFill>
                  <a:srgbClr val="9CDCFE"/>
                </a:solidFill>
                <a:latin typeface="Consolas"/>
              </a:rPr>
              <a:t>fruta</a:t>
            </a:r>
            <a:r>
              <a:rPr sz="1200">
                <a:solidFill>
                  <a:srgbClr val="D4D4D4"/>
                </a:solidFill>
                <a:latin typeface="Consolas"/>
              </a:rPr>
              <a:t>}</a:t>
            </a:r>
          </a:p>
          <a:p>
            <a:pPr>
              <a:spcBef>
                <a:spcPts val="0"/>
              </a:spcBef>
              <a:spcAft>
                <a:spcPts val="0"/>
              </a:spcAft>
            </a:pPr>
            <a:r>
              <a:rPr sz="1200">
                <a:solidFill>
                  <a:srgbClr val="D4D4D4"/>
                </a:solidFill>
                <a:latin typeface="Consolas"/>
              </a:rPr>
              <a:t>    </a:t>
            </a:r>
            <a:r>
              <a:rPr sz="1200">
                <a:solidFill>
                  <a:srgbClr val="DCDCAA"/>
                </a:solidFill>
                <a:latin typeface="Consolas"/>
              </a:rPr>
              <a:t>END</a:t>
            </a:r>
          </a:p>
          <a:p>
            <a:pPr>
              <a:spcBef>
                <a:spcPts val="0"/>
              </a:spcBef>
              <a:spcAft>
                <a:spcPts val="0"/>
              </a:spcAft>
            </a:pPr>
            <a:r>
              <a:rPr sz="1200">
                <a:solidFill>
                  <a:srgbClr val="D4D4D4"/>
                </a:solidFill>
                <a:latin typeface="Consolas"/>
              </a:rPr>
              <a:t> </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1277295" cy="2070201"/>
          </a:xfrm>
          <a:prstGeom prst="rect">
            <a:avLst/>
          </a:prstGeom>
          <a:noFill/>
        </p:spPr>
        <p:txBody>
          <a:bodyPr wrap="none" bIns="73152">
            <a:spAutoFit/>
          </a:bodyPr>
          <a:lstStyle/>
          <a:p>
            <a:pPr algn="ctr">
              <a:defRPr sz="5400" b="1">
                <a:solidFill>
                  <a:srgbClr val="003366"/>
                </a:solidFill>
                <a:latin typeface="Neue Haas Grotesk Text Pro"/>
              </a:defRPr>
            </a:pPr>
            <a:r>
              <a:t>3.3: Asserts y Fallas</a:t>
            </a:r>
          </a:p>
          <a:p>
            <a:pPr algn="ctr">
              <a:defRPr sz="5400" b="1">
                <a:solidFill>
                  <a:srgbClr val="003366"/>
                </a:solidFill>
                <a:latin typeface="Neue Haas Grotesk Text Pro"/>
              </a:defRPr>
            </a:pPr>
            <a:r>
              <a:t>Controladas: Should Be, Run</a:t>
            </a:r>
          </a:p>
          <a:p>
            <a:pPr algn="ctr">
              <a:defRPr sz="5400" b="1">
                <a:solidFill>
                  <a:srgbClr val="003366"/>
                </a:solidFill>
                <a:latin typeface="Neue Haas Grotesk Text Pro"/>
              </a:defRPr>
            </a:pPr>
            <a:r>
              <a:t>Keyword And Expect Error</a:t>
            </a:r>
          </a:p>
        </p:txBody>
      </p:sp>
      <p:sp>
        <p:nvSpPr>
          <p:cNvPr id="4" name="Rectangle 3"/>
          <p:cNvSpPr/>
          <p:nvPr/>
        </p:nvSpPr>
        <p:spPr>
          <a:xfrm>
            <a:off x="548640" y="2893161"/>
            <a:ext cx="1024128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240633"/>
            <a:ext cx="10241280" cy="457200"/>
          </a:xfrm>
          <a:prstGeom prst="rect">
            <a:avLst/>
          </a:prstGeom>
          <a:noFill/>
        </p:spPr>
        <p:txBody>
          <a:bodyPr wrap="none">
            <a:spAutoFit/>
          </a:bodyPr>
          <a:lstStyle/>
          <a:p>
            <a:pPr algn="l"/>
            <a:r>
              <a:rPr sz="2000" b="0">
                <a:solidFill>
                  <a:srgbClr val="333333"/>
                </a:solidFill>
                <a:latin typeface="Neue Haas Grotesk Text Pro"/>
              </a:rPr>
              <a:t>•  Introducción</a:t>
            </a:r>
          </a:p>
        </p:txBody>
      </p:sp>
      <p:sp>
        <p:nvSpPr>
          <p:cNvPr id="6" name="TextBox 5"/>
          <p:cNvSpPr txBox="1"/>
          <p:nvPr/>
        </p:nvSpPr>
        <p:spPr>
          <a:xfrm>
            <a:off x="731520" y="3697833"/>
            <a:ext cx="10515600" cy="2286000"/>
          </a:xfrm>
          <a:prstGeom prst="rect">
            <a:avLst/>
          </a:prstGeom>
          <a:noFill/>
        </p:spPr>
        <p:txBody>
          <a:bodyPr wrap="square">
            <a:spAutoFit/>
          </a:bodyPr>
          <a:lstStyle/>
          <a:p>
            <a:pPr algn="l">
              <a:spcAft>
                <a:spcPts val="600"/>
              </a:spcAft>
              <a:defRPr sz="1800">
                <a:solidFill>
                  <a:srgbClr val="444444"/>
                </a:solidFill>
                <a:latin typeface="Neue Haas Grotesk Text Pro"/>
              </a:defRPr>
            </a:pPr>
            <a:r>
              <a:rPr/>
              <a:t>Validar que el sistema falla CORRECTAMENTE es tan importante</a:t>
            </a:r>
          </a:p>
          <a:p>
            <a:r>
              <a:rPr/>
              <a:t>como validar que funciona. Run Keyword And Expect Error</a:t>
            </a:r>
          </a:p>
          <a:p>
            <a:r>
              <a:rPr/>
              <a:t>confirma que un error esperado ocurre, sin fallar el test.</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9479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1203350"/>
          </a:xfrm>
          <a:prstGeom prst="rect">
            <a:avLst/>
          </a:prstGeom>
          <a:noFill/>
        </p:spPr>
        <p:txBody>
          <a:bodyPr wrap="none">
            <a:spAutoFit/>
          </a:bodyPr>
          <a:lstStyle/>
          <a:p>
            <a:pPr>
              <a:defRPr sz="4000" b="1">
                <a:solidFill>
                  <a:srgbClr val="003366"/>
                </a:solidFill>
                <a:latin typeface="Neue Haas Grotesk Text Pro"/>
              </a:defRPr>
            </a:pPr>
            <a:r>
              <a:t>Detalles Técnicos de las Aserciones</a:t>
            </a:r>
          </a:p>
          <a:p>
            <a:pPr>
              <a:defRPr sz="4000" b="1">
                <a:solidFill>
                  <a:srgbClr val="003366"/>
                </a:solidFill>
                <a:latin typeface="Neue Haas Grotesk Text Pro"/>
              </a:defRPr>
            </a:pPr>
            <a:r>
              <a:t>Should Be</a:t>
            </a:r>
          </a:p>
        </p:txBody>
      </p:sp>
      <p:sp>
        <p:nvSpPr>
          <p:cNvPr id="4" name="Rectangle 3"/>
          <p:cNvSpPr/>
          <p:nvPr/>
        </p:nvSpPr>
        <p:spPr>
          <a:xfrm>
            <a:off x="365760" y="1569110"/>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751990"/>
            <a:ext cx="11277295" cy="4264762"/>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Pertenecen a la biblioteca BuiltIn: se cargan automáticamente sin importación adicional.</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El argumento msg= personaliza el mensaje de error visible en reportes y pipelines CI/CD.</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Should Be Equal hace comparación estricta de tipo y valor: 5 ≠ "5".</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Should Be Equal As Strings y As Numbers normalizan el tipo antes de comparar.</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Should Be True acepta cualquier expresión Python válida para condiciones compuestas.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Una aserción fallida detiene el test case inmediatamente para evitar pasos sobre estado inválido.</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9479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1203350"/>
          </a:xfrm>
          <a:prstGeom prst="rect">
            <a:avLst/>
          </a:prstGeom>
          <a:noFill/>
        </p:spPr>
        <p:txBody>
          <a:bodyPr wrap="none">
            <a:spAutoFit/>
          </a:bodyPr>
          <a:lstStyle/>
          <a:p>
            <a:pPr>
              <a:defRPr sz="4000" b="1">
                <a:solidFill>
                  <a:srgbClr val="003366"/>
                </a:solidFill>
                <a:latin typeface="Neue Haas Grotesk Text Pro"/>
              </a:defRPr>
            </a:pPr>
            <a:r>
              <a:t>Run Keyword And Expect Error:</a:t>
            </a:r>
          </a:p>
          <a:p>
            <a:pPr>
              <a:defRPr sz="4000" b="1">
                <a:solidFill>
                  <a:srgbClr val="003366"/>
                </a:solidFill>
                <a:latin typeface="Neue Haas Grotesk Text Pro"/>
              </a:defRPr>
            </a:pPr>
            <a:r>
              <a:t>Concepto</a:t>
            </a:r>
          </a:p>
        </p:txBody>
      </p:sp>
      <p:sp>
        <p:nvSpPr>
          <p:cNvPr id="4" name="Rectangle 3"/>
          <p:cNvSpPr/>
          <p:nvPr/>
        </p:nvSpPr>
        <p:spPr>
          <a:xfrm>
            <a:off x="365760" y="1569110"/>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751990"/>
            <a:ext cx="11277295" cy="4264762"/>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Run Keyword And Expect Error pertenece a BuiltIn e invierte la lógica habitual.</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Espera que la keyword interna falle; si falla con el mensaje esperado, el test pasa.</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Si la keyword interna tiene éxito (no lanza error), el test falla.</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Fundamental para probar comportamientos de rechazo y validaciones de error.</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Cubre: validaciones de formulario, excepciones de negocio, errores de API.</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El valor de retorno es el mensaje de error real, útil para inspecciones adicionales.</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9479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1203350"/>
          </a:xfrm>
          <a:prstGeom prst="rect">
            <a:avLst/>
          </a:prstGeom>
          <a:noFill/>
        </p:spPr>
        <p:txBody>
          <a:bodyPr wrap="none">
            <a:spAutoFit/>
          </a:bodyPr>
          <a:lstStyle/>
          <a:p>
            <a:pPr>
              <a:defRPr sz="4000" b="1">
                <a:solidFill>
                  <a:srgbClr val="003366"/>
                </a:solidFill>
                <a:latin typeface="Neue Haas Grotesk Text Pro"/>
              </a:defRPr>
            </a:pPr>
            <a:r>
              <a:t>Run Keyword And Expect Error:</a:t>
            </a:r>
          </a:p>
          <a:p>
            <a:pPr>
              <a:defRPr sz="4000" b="1">
                <a:solidFill>
                  <a:srgbClr val="003366"/>
                </a:solidFill>
                <a:latin typeface="Neue Haas Grotesk Text Pro"/>
              </a:defRPr>
            </a:pPr>
            <a:r>
              <a:t>Patrones de Error</a:t>
            </a:r>
          </a:p>
        </p:txBody>
      </p:sp>
      <p:sp>
        <p:nvSpPr>
          <p:cNvPr id="4" name="Rectangle 3"/>
          <p:cNvSpPr/>
          <p:nvPr/>
        </p:nvSpPr>
        <p:spPr>
          <a:xfrm>
            <a:off x="365760" y="1569110"/>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751990"/>
            <a:ext cx="11277295" cy="4264762"/>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Firma: ${msg}= Run Keyword And Expect Error patrón Keyword args.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Primer argumento: patrón del mensaje de error esperado.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Texto exacto: el patrón debe coincidir completamente con el error real.</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Comodines glob (*): por defecto, *no permitido* acepta cualquier prefijo/sufijo.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Prefijo REGEXP:: permite usar expresiones regulares para patrones complejos.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Si el patrón no coincide con el error real, la keyword también falla.</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Fallas Controladas vs. No Controladas</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411480" y="1335024"/>
            <a:ext cx="7269480" cy="4553712"/>
          </a:xfrm>
          <a:prstGeom prst="rect">
            <a:avLst/>
          </a:prstGeom>
        </p:spPr>
      </p:pic>
      <p:sp>
        <p:nvSpPr>
          <p:cNvPr id="6" name="TextBox 5"/>
          <p:cNvSpPr txBox="1"/>
          <p:nvPr/>
        </p:nvSpPr>
        <p:spPr>
          <a:xfrm>
            <a:off x="7863840" y="1205179"/>
            <a:ext cx="3916375" cy="4811573"/>
          </a:xfrm>
          <a:prstGeom prst="rect">
            <a:avLst/>
          </a:prstGeom>
          <a:noFill/>
        </p:spPr>
        <p:txBody>
          <a:bodyPr wrap="square">
            <a:spAutoFit/>
          </a:bodyPr>
          <a:lstStyle/>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Falla no controlada: detiene el test inesperadamente → FAIL.</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Falla controlada: capturada con Run Keyword And Expect Error → PASS.</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El error esperado forma parte del diseño intencional de la prueba.</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Sin captura, los escenarios de rechazo quedan sin cobertura real.</a:t>
            </a: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1277295" cy="2070201"/>
          </a:xfrm>
          <a:prstGeom prst="rect">
            <a:avLst/>
          </a:prstGeom>
          <a:noFill/>
        </p:spPr>
        <p:txBody>
          <a:bodyPr wrap="none" bIns="73152">
            <a:spAutoFit/>
          </a:bodyPr>
          <a:lstStyle/>
          <a:p>
            <a:pPr algn="ctr">
              <a:defRPr sz="5400" b="1">
                <a:solidFill>
                  <a:srgbClr val="003366"/>
                </a:solidFill>
                <a:latin typeface="Neue Haas Grotesk Text Pro"/>
              </a:defRPr>
            </a:pPr>
            <a:r>
              <a:t>3.4: Continue On Failure, Run</a:t>
            </a:r>
          </a:p>
          <a:p>
            <a:pPr algn="ctr">
              <a:defRPr sz="5400" b="1">
                <a:solidFill>
                  <a:srgbClr val="003366"/>
                </a:solidFill>
                <a:latin typeface="Neue Haas Grotesk Text Pro"/>
              </a:defRPr>
            </a:pPr>
            <a:r>
              <a:t>Keyword And Continue On</a:t>
            </a:r>
          </a:p>
          <a:p>
            <a:pPr algn="ctr">
              <a:defRPr sz="5400" b="1">
                <a:solidFill>
                  <a:srgbClr val="003366"/>
                </a:solidFill>
                <a:latin typeface="Neue Haas Grotesk Text Pro"/>
              </a:defRPr>
            </a:pPr>
            <a:r>
              <a:t>Failure y Recuperación</a:t>
            </a:r>
          </a:p>
        </p:txBody>
      </p:sp>
      <p:sp>
        <p:nvSpPr>
          <p:cNvPr id="4" name="Rectangle 3"/>
          <p:cNvSpPr/>
          <p:nvPr/>
        </p:nvSpPr>
        <p:spPr>
          <a:xfrm>
            <a:off x="548640" y="2893161"/>
            <a:ext cx="1024128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240633"/>
            <a:ext cx="10241280" cy="457200"/>
          </a:xfrm>
          <a:prstGeom prst="rect">
            <a:avLst/>
          </a:prstGeom>
          <a:noFill/>
        </p:spPr>
        <p:txBody>
          <a:bodyPr wrap="none">
            <a:spAutoFit/>
          </a:bodyPr>
          <a:lstStyle/>
          <a:p>
            <a:pPr algn="l"/>
            <a:r>
              <a:rPr sz="2000" b="0">
                <a:solidFill>
                  <a:srgbClr val="333333"/>
                </a:solidFill>
                <a:latin typeface="Neue Haas Grotesk Text Pro"/>
              </a:rPr>
              <a:t>•  Introducción</a:t>
            </a:r>
          </a:p>
        </p:txBody>
      </p:sp>
      <p:sp>
        <p:nvSpPr>
          <p:cNvPr id="6" name="TextBox 5"/>
          <p:cNvSpPr txBox="1"/>
          <p:nvPr/>
        </p:nvSpPr>
        <p:spPr>
          <a:xfrm>
            <a:off x="731520" y="3697833"/>
            <a:ext cx="10515600" cy="2286000"/>
          </a:xfrm>
          <a:prstGeom prst="rect">
            <a:avLst/>
          </a:prstGeom>
          <a:noFill/>
        </p:spPr>
        <p:txBody>
          <a:bodyPr wrap="square">
            <a:spAutoFit/>
          </a:bodyPr>
          <a:lstStyle/>
          <a:p>
            <a:pPr algn="l">
              <a:spcAft>
                <a:spcPts val="600"/>
              </a:spcAft>
              <a:defRPr sz="1800">
                <a:solidFill>
                  <a:srgbClr val="444444"/>
                </a:solidFill>
                <a:latin typeface="Neue Haas Grotesk Text Pro"/>
              </a:defRPr>
            </a:pPr>
            <a:r>
              <a:rPr/>
              <a:t>Por defecto, Robot Framework detiene un test en el primer</a:t>
            </a:r>
          </a:p>
          <a:p>
            <a:r>
              <a:rPr/>
              <a:t>fallo (fail fast). Run Keyword And Continue On Failure te</a:t>
            </a:r>
          </a:p>
          <a:p>
            <a:r>
              <a:rPr/>
              <a:t>deja ver TODOS los errores de un test, no solo el primero.</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Comportamiento Predeterminado: Fail Fast</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05179"/>
            <a:ext cx="11277295" cy="4811573"/>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Robot Framework sigue un modelo de fail fast: detiene el caso al primer fallo.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Cuando una keyword lanza excepción, el caso se marca como FAIL inmediatamente.</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Las keywords siguientes dentro del caso no se ejecutan.</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En escenarios complejos, esto impide recopilar evidencias completas.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Ej: validar 10 campos de API — un fallo en el 2do oculta los 8 restantes.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Esto obliga a ejecutar la suite varias veces para descubrir todos los defectos.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El modo Continue On Failure resuelve este problema permitiendo continuar.</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Continue On Failure: Ejemplo Básico</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205179"/>
            <a:ext cx="11277295" cy="41148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88059"/>
            <a:ext cx="10911535" cy="3749039"/>
          </a:xfrm>
          <a:prstGeom prst="rect">
            <a:avLst/>
          </a:prstGeom>
          <a:noFill/>
        </p:spPr>
        <p:txBody>
          <a:bodyPr wrap="square">
            <a:spAutoFit/>
          </a:bodyPr>
          <a:lstStyle/>
          <a:p>
            <a:pPr>
              <a:spcBef>
                <a:spcPts val="0"/>
              </a:spcBef>
              <a:spcAft>
                <a:spcPts val="0"/>
              </a:spcAft>
            </a:pPr>
            <a:r>
              <a:rPr sz="1200">
                <a:solidFill>
                  <a:srgbClr val="D4D4D4"/>
                </a:solidFill>
                <a:latin typeface="Consolas"/>
              </a:rPr>
              <a:t>*** Test Cases ***</a:t>
            </a:r>
          </a:p>
          <a:p>
            <a:pPr>
              <a:spcBef>
                <a:spcPts val="0"/>
              </a:spcBef>
              <a:spcAft>
                <a:spcPts val="0"/>
              </a:spcAft>
            </a:pPr>
            <a:r>
              <a:rPr sz="1200">
                <a:solidFill>
                  <a:srgbClr val="D4D4D4"/>
                </a:solidFill>
                <a:latin typeface="Consolas"/>
              </a:rPr>
              <a:t># Sin Continue On Failure: un fallo detiene todo</a:t>
            </a:r>
          </a:p>
          <a:p>
            <a:pPr>
              <a:spcBef>
                <a:spcPts val="0"/>
              </a:spcBef>
              <a:spcAft>
                <a:spcPts val="0"/>
              </a:spcAft>
            </a:pPr>
            <a:r>
              <a:rPr sz="1200">
                <a:solidFill>
                  <a:srgbClr val="D4D4D4"/>
                </a:solidFill>
                <a:latin typeface="Consolas"/>
              </a:rPr>
              <a:t>Validar Campos De Respuesta API</a:t>
            </a:r>
          </a:p>
          <a:p>
            <a:pPr>
              <a:spcBef>
                <a:spcPts val="0"/>
              </a:spcBef>
              <a:spcAft>
                <a:spcPts val="0"/>
              </a:spcAft>
            </a:pPr>
            <a:r>
              <a:rPr sz="1200">
                <a:solidFill>
                  <a:srgbClr val="D4D4D4"/>
                </a:solidFill>
                <a:latin typeface="Consolas"/>
              </a:rPr>
              <a:t>    Should Be Equal As Strings    ${status_code}    200</a:t>
            </a:r>
          </a:p>
          <a:p>
            <a:pPr>
              <a:spcBef>
                <a:spcPts val="0"/>
              </a:spcBef>
              <a:spcAft>
                <a:spcPts val="0"/>
              </a:spcAft>
            </a:pPr>
            <a:r>
              <a:rPr sz="1200">
                <a:solidFill>
                  <a:srgbClr val="D4D4D4"/>
                </a:solidFill>
                <a:latin typeface="Consolas"/>
              </a:rPr>
              <a:t>    Should Contain    ${body}     "usuario"</a:t>
            </a:r>
          </a:p>
          <a:p>
            <a:pPr>
              <a:spcBef>
                <a:spcPts val="0"/>
              </a:spcBef>
              <a:spcAft>
                <a:spcPts val="0"/>
              </a:spcAft>
            </a:pPr>
            <a:r>
              <a:rPr sz="1200">
                <a:solidFill>
                  <a:srgbClr val="D4D4D4"/>
                </a:solidFill>
                <a:latin typeface="Consolas"/>
              </a:rPr>
              <a:t>    Should Not Be Empty           ${body}[token]</a:t>
            </a:r>
          </a:p>
          <a:p>
            <a:pPr>
              <a:spcBef>
                <a:spcPts val="0"/>
              </a:spcBef>
              <a:spcAft>
                <a:spcPts val="0"/>
              </a:spcAft>
            </a:pPr>
            <a:endParaRPr sz="1200">
              <a:solidFill>
                <a:srgbClr val="D4D4D4"/>
              </a:solidFill>
              <a:latin typeface="Consolas"/>
            </a:endParaRPr>
          </a:p>
          <a:p>
            <a:pPr>
              <a:spcBef>
                <a:spcPts val="0"/>
              </a:spcBef>
              <a:spcAft>
                <a:spcPts val="0"/>
              </a:spcAft>
            </a:pPr>
            <a:r>
              <a:rPr sz="1200">
                <a:solidFill>
                  <a:srgbClr val="D4D4D4"/>
                </a:solidFill>
                <a:latin typeface="Consolas"/>
              </a:rPr>
              <a:t># Con Continue On Failure: todos los campos son evaluados</a:t>
            </a:r>
          </a:p>
          <a:p>
            <a:pPr>
              <a:spcBef>
                <a:spcPts val="0"/>
              </a:spcBef>
              <a:spcAft>
                <a:spcPts val="0"/>
              </a:spcAft>
            </a:pPr>
            <a:r>
              <a:rPr sz="1200">
                <a:solidFill>
                  <a:srgbClr val="D4D4D4"/>
                </a:solidFill>
                <a:latin typeface="Consolas"/>
              </a:rPr>
              <a:t>Validar Campos De Respuesta API Con Continuacion</a:t>
            </a:r>
          </a:p>
          <a:p>
            <a:pPr>
              <a:spcBef>
                <a:spcPts val="0"/>
              </a:spcBef>
              <a:spcAft>
                <a:spcPts val="0"/>
              </a:spcAft>
            </a:pPr>
            <a:r>
              <a:rPr sz="1200">
                <a:solidFill>
                  <a:srgbClr val="D4D4D4"/>
                </a:solidFill>
                <a:latin typeface="Consolas"/>
              </a:rPr>
              <a:t>    Run Keyword And Continue On Failure</a:t>
            </a:r>
          </a:p>
          <a:p>
            <a:pPr>
              <a:spcBef>
                <a:spcPts val="0"/>
              </a:spcBef>
              <a:spcAft>
                <a:spcPts val="0"/>
              </a:spcAft>
            </a:pPr>
            <a:r>
              <a:rPr sz="1200">
                <a:solidFill>
                  <a:srgbClr val="D4D4D4"/>
                </a:solidFill>
                <a:latin typeface="Consolas"/>
              </a:rPr>
              <a:t>    ...    Should Be Equal As Strings    ${status_code}    200</a:t>
            </a:r>
          </a:p>
          <a:p>
            <a:pPr>
              <a:spcBef>
                <a:spcPts val="0"/>
              </a:spcBef>
              <a:spcAft>
                <a:spcPts val="0"/>
              </a:spcAft>
            </a:pPr>
            <a:r>
              <a:rPr sz="1200">
                <a:solidFill>
                  <a:srgbClr val="D4D4D4"/>
                </a:solidFill>
                <a:latin typeface="Consolas"/>
              </a:rPr>
              <a:t>    Run Keyword And Continue On Failure</a:t>
            </a:r>
          </a:p>
          <a:p>
            <a:pPr>
              <a:spcBef>
                <a:spcPts val="0"/>
              </a:spcBef>
              <a:spcAft>
                <a:spcPts val="0"/>
              </a:spcAft>
            </a:pPr>
            <a:r>
              <a:rPr sz="1200">
                <a:solidFill>
                  <a:srgbClr val="D4D4D4"/>
                </a:solidFill>
                <a:latin typeface="Consolas"/>
              </a:rPr>
              <a:t>    ...    Should Contain    ${body}     "usuario"</a:t>
            </a:r>
          </a:p>
          <a:p>
            <a:pPr>
              <a:spcBef>
                <a:spcPts val="0"/>
              </a:spcBef>
              <a:spcAft>
                <a:spcPts val="0"/>
              </a:spcAft>
            </a:pPr>
            <a:r>
              <a:rPr sz="1200">
                <a:solidFill>
                  <a:srgbClr val="D4D4D4"/>
                </a:solidFill>
                <a:latin typeface="Consolas"/>
              </a:rPr>
              <a:t>    Run Keyword And Continue On Failure</a:t>
            </a:r>
          </a:p>
          <a:p>
            <a:pPr>
              <a:spcBef>
                <a:spcPts val="0"/>
              </a:spcBef>
              <a:spcAft>
                <a:spcPts val="0"/>
              </a:spcAft>
            </a:pPr>
            <a:r>
              <a:rPr sz="1200">
                <a:solidFill>
                  <a:srgbClr val="D4D4D4"/>
                </a:solidFill>
                <a:latin typeface="Consolas"/>
              </a:rPr>
              <a:t>    ...    Should Not Be Empty           ${body}[token]</a:t>
            </a:r>
          </a:p>
          <a:p>
            <a:pPr>
              <a:spcBef>
                <a:spcPts val="0"/>
              </a:spcBef>
              <a:spcAft>
                <a:spcPts val="0"/>
              </a:spcAft>
            </a:pPr>
            <a:r>
              <a:rPr sz="1200">
                <a:solidFill>
                  <a:srgbClr val="D4D4D4"/>
                </a:solidFill>
                <a:latin typeface="Consolas"/>
              </a:rPr>
              <a:t>    Log    Todas las validaciones fueron evaluadas</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9479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1203350"/>
          </a:xfrm>
          <a:prstGeom prst="rect">
            <a:avLst/>
          </a:prstGeom>
          <a:noFill/>
        </p:spPr>
        <p:txBody>
          <a:bodyPr wrap="none">
            <a:spAutoFit/>
          </a:bodyPr>
          <a:lstStyle/>
          <a:p>
            <a:pPr>
              <a:defRPr sz="4000" b="1">
                <a:solidFill>
                  <a:srgbClr val="003366"/>
                </a:solidFill>
                <a:latin typeface="Neue Haas Grotesk Text Pro"/>
              </a:defRPr>
            </a:pPr>
            <a:r>
              <a:t>Run Keyword And Continue On Failure:</a:t>
            </a:r>
          </a:p>
          <a:p>
            <a:pPr>
              <a:defRPr sz="4000" b="1">
                <a:solidFill>
                  <a:srgbClr val="003366"/>
                </a:solidFill>
                <a:latin typeface="Neue Haas Grotesk Text Pro"/>
              </a:defRPr>
            </a:pPr>
            <a:r>
              <a:t>Concepto</a:t>
            </a:r>
          </a:p>
        </p:txBody>
      </p:sp>
      <p:sp>
        <p:nvSpPr>
          <p:cNvPr id="4" name="Rectangle 3"/>
          <p:cNvSpPr/>
          <p:nvPr/>
        </p:nvSpPr>
        <p:spPr>
          <a:xfrm>
            <a:off x="365760" y="1569110"/>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751990"/>
            <a:ext cx="11277295" cy="4264762"/>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Keyword de la biblioteca BuiltIn que actúa como envoltorio (wrapper).</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Ejecuta la keyword indicada; captura la excepción internamente si falla.</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Registra el error en el log con nivel FAIL y retorna el control al caso.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El caso de prueba continúa con la siguiente instrucción normalmente.</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Ideal para validaciones múltiples e independientes en un mismo caso.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Útil para verificar varios elementos de UI o campos de datos simultáneamente.</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No silencia el fallo: el caso sigue marcándose como FAIL al finalizar.</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6400800" cy="731520"/>
          </a:xfrm>
          <a:prstGeom prst="rect">
            <a:avLst/>
          </a:prstGeom>
          <a:noFill/>
        </p:spPr>
        <p:txBody>
          <a:bodyPr wrap="square">
            <a:spAutoFit/>
          </a:bodyPr>
          <a:lstStyle/>
          <a:p>
            <a:pPr>
              <a:defRPr sz="4000" b="1">
                <a:solidFill>
                  <a:srgbClr val="222222"/>
                </a:solidFill>
                <a:latin typeface="Neue Haas Grotesk Text Pro"/>
              </a:defRPr>
            </a:pPr>
            <a:r>
              <a:t>Resumen del capítulo</a:t>
            </a:r>
          </a:p>
        </p:txBody>
      </p:sp>
      <p:sp>
        <p:nvSpPr>
          <p:cNvPr id="3" name="TextBox 2"/>
          <p:cNvSpPr txBox="1"/>
          <p:nvPr/>
        </p:nvSpPr>
        <p:spPr>
          <a:xfrm>
            <a:off x="426720" y="1051852"/>
            <a:ext cx="7193280" cy="4539704"/>
          </a:xfrm>
          <a:prstGeom prst="rect">
            <a:avLst/>
          </a:prstGeom>
          <a:noFill/>
        </p:spPr>
        <p:txBody>
          <a:bodyPr wrap="square">
            <a:spAutoFit/>
          </a:bodyPr>
          <a:lstStyle/>
          <a:p>
            <a:pPr marL="285750" indent="-285750" algn="just">
              <a:buFont typeface="Arial" panose="020B0604020202020204" pitchFamily="34" charset="0"/>
              <a:buChar char="•"/>
            </a:pPr>
            <a:r>
              <a:rPr lang="es-ES" sz="1700" dirty="0">
                <a:latin typeface="Neue Haas Grotesk Text Pro" panose="020B0504020202020204" pitchFamily="34" charset="0"/>
              </a:rPr>
              <a:t>El bloque IF / ELSE IF / ELSE nativo de Robot Framework (disponible desde la versión 4.0) permite ejecutar </a:t>
            </a:r>
            <a:r>
              <a:rPr lang="es-ES" sz="1700" dirty="0" err="1">
                <a:latin typeface="Neue Haas Grotesk Text Pro" panose="020B0504020202020204" pitchFamily="34" charset="0"/>
              </a:rPr>
              <a:t>keywords</a:t>
            </a:r>
            <a:r>
              <a:rPr lang="es-ES" sz="1700" dirty="0">
                <a:latin typeface="Neue Haas Grotesk Text Pro" panose="020B0504020202020204" pitchFamily="34" charset="0"/>
              </a:rPr>
              <a:t> de forma condicional con una sintaxis clara, </a:t>
            </a:r>
            <a:r>
              <a:rPr lang="es-ES" sz="1700" dirty="0" err="1">
                <a:latin typeface="Neue Haas Grotesk Text Pro" panose="020B0504020202020204" pitchFamily="34" charset="0"/>
              </a:rPr>
              <a:t>indentada</a:t>
            </a:r>
            <a:r>
              <a:rPr lang="es-ES" sz="1700" dirty="0">
                <a:latin typeface="Neue Haas Grotesk Text Pro" panose="020B0504020202020204" pitchFamily="34" charset="0"/>
              </a:rPr>
              <a:t> y cerrada con END.</a:t>
            </a:r>
          </a:p>
          <a:p>
            <a:pPr marL="285750" indent="-285750" algn="just">
              <a:buFont typeface="Arial" panose="020B0604020202020204" pitchFamily="34" charset="0"/>
              <a:buChar char="•"/>
            </a:pPr>
            <a:r>
              <a:rPr lang="es-ES" sz="1700" dirty="0">
                <a:latin typeface="Neue Haas Grotesk Text Pro" panose="020B0504020202020204" pitchFamily="34" charset="0"/>
              </a:rPr>
              <a:t>Las condiciones se evalúan como expresiones Python, lo que permite usar operadores de comparación (==, !=, &gt;, &lt;) y lógicos (and, </a:t>
            </a:r>
            <a:r>
              <a:rPr lang="es-ES" sz="1700" dirty="0" err="1">
                <a:latin typeface="Neue Haas Grotesk Text Pro" panose="020B0504020202020204" pitchFamily="34" charset="0"/>
              </a:rPr>
              <a:t>or</a:t>
            </a:r>
            <a:r>
              <a:rPr lang="es-ES" sz="1700" dirty="0">
                <a:latin typeface="Neue Haas Grotesk Text Pro" panose="020B0504020202020204" pitchFamily="34" charset="0"/>
              </a:rPr>
              <a:t>, </a:t>
            </a:r>
            <a:r>
              <a:rPr lang="es-ES" sz="1700" dirty="0" err="1">
                <a:latin typeface="Neue Haas Grotesk Text Pro" panose="020B0504020202020204" pitchFamily="34" charset="0"/>
              </a:rPr>
              <a:t>not</a:t>
            </a:r>
            <a:r>
              <a:rPr lang="es-ES" sz="1700" dirty="0">
                <a:latin typeface="Neue Haas Grotesk Text Pro" panose="020B0504020202020204" pitchFamily="34" charset="0"/>
              </a:rPr>
              <a:t>).</a:t>
            </a:r>
          </a:p>
          <a:p>
            <a:pPr marL="285750" indent="-285750" algn="just">
              <a:buFont typeface="Arial" panose="020B0604020202020204" pitchFamily="34" charset="0"/>
              <a:buChar char="•"/>
            </a:pPr>
            <a:r>
              <a:rPr lang="es-ES" sz="1700" dirty="0">
                <a:latin typeface="Neue Haas Grotesk Text Pro" panose="020B0504020202020204" pitchFamily="34" charset="0"/>
              </a:rPr>
              <a:t>Se pueden encadenar múltiples ramas ELSE IF para cubrir distintos escenarios, y el bloque ELSE actúa como caso por defecto cuando ninguna condición anterior se cumple.</a:t>
            </a:r>
          </a:p>
          <a:p>
            <a:pPr marL="285750" indent="-285750" algn="just">
              <a:buFont typeface="Arial" panose="020B0604020202020204" pitchFamily="34" charset="0"/>
              <a:buChar char="•"/>
            </a:pPr>
            <a:r>
              <a:rPr lang="es-ES" sz="1700" dirty="0">
                <a:latin typeface="Neue Haas Grotesk Text Pro" panose="020B0504020202020204" pitchFamily="34" charset="0"/>
              </a:rPr>
              <a:t>El enfoque heredado con Run </a:t>
            </a:r>
            <a:r>
              <a:rPr lang="es-ES" sz="1700" dirty="0" err="1">
                <a:latin typeface="Neue Haas Grotesk Text Pro" panose="020B0504020202020204" pitchFamily="34" charset="0"/>
              </a:rPr>
              <a:t>Keyword</a:t>
            </a:r>
            <a:r>
              <a:rPr lang="es-ES" sz="1700" dirty="0">
                <a:latin typeface="Neue Haas Grotesk Text Pro" panose="020B0504020202020204" pitchFamily="34" charset="0"/>
              </a:rPr>
              <a:t> </a:t>
            </a:r>
            <a:r>
              <a:rPr lang="es-ES" sz="1700" dirty="0" err="1">
                <a:latin typeface="Neue Haas Grotesk Text Pro" panose="020B0504020202020204" pitchFamily="34" charset="0"/>
              </a:rPr>
              <a:t>If</a:t>
            </a:r>
            <a:r>
              <a:rPr lang="es-ES" sz="1700" dirty="0">
                <a:latin typeface="Neue Haas Grotesk Text Pro" panose="020B0504020202020204" pitchFamily="34" charset="0"/>
              </a:rPr>
              <a:t> sigue siendo funcional pero resulta menos legible; se recomienda el bloque nativo en proyectos nuevos o al refactorizar suites existentes.</a:t>
            </a:r>
          </a:p>
          <a:p>
            <a:pPr marL="285750" indent="-285750" algn="just">
              <a:buFont typeface="Arial" panose="020B0604020202020204" pitchFamily="34" charset="0"/>
              <a:buChar char="•"/>
            </a:pPr>
            <a:r>
              <a:rPr lang="es-ES" sz="1700" dirty="0">
                <a:latin typeface="Neue Haas Grotesk Text Pro" panose="020B0504020202020204" pitchFamily="34" charset="0"/>
              </a:rPr>
              <a:t>Los bloques condicionales pueden usarse tanto dentro de </a:t>
            </a:r>
            <a:r>
              <a:rPr lang="es-ES" sz="1700" dirty="0" err="1">
                <a:latin typeface="Neue Haas Grotesk Text Pro" panose="020B0504020202020204" pitchFamily="34" charset="0"/>
              </a:rPr>
              <a:t>keywords</a:t>
            </a:r>
            <a:r>
              <a:rPr lang="es-ES" sz="1700" dirty="0">
                <a:latin typeface="Neue Haas Grotesk Text Pro" panose="020B0504020202020204" pitchFamily="34" charset="0"/>
              </a:rPr>
              <a:t> personalizadas como directamente en el cuerpo de un test case, lo que los hace versátiles para distintos niveles de abstracción.</a:t>
            </a:r>
          </a:p>
        </p:txBody>
      </p:sp>
      <p:pic>
        <p:nvPicPr>
          <p:cNvPr id="4" name="Picture 3" descr="image.png"/>
          <p:cNvPicPr>
            <a:picLocks noChangeAspect="1"/>
          </p:cNvPicPr>
          <p:nvPr/>
        </p:nvPicPr>
        <p:blipFill>
          <a:blip r:embed="rId3"/>
          <a:stretch>
            <a:fillRect/>
          </a:stretch>
        </p:blipFill>
        <p:spPr>
          <a:xfrm>
            <a:off x="7772400" y="1645920"/>
            <a:ext cx="3200400" cy="3200400"/>
          </a:xfrm>
          <a:prstGeom prst="rect">
            <a:avLst/>
          </a:prstGeom>
        </p:spPr>
      </p:pic>
      <p:sp>
        <p:nvSpPr>
          <p:cNvPr id="5" name="Rectangle 4"/>
          <p:cNvSpPr/>
          <p:nvPr/>
        </p:nvSpPr>
        <p:spPr>
          <a:xfrm>
            <a:off x="548640" y="5577840"/>
            <a:ext cx="11064240" cy="13716"/>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5623560"/>
            <a:ext cx="4114800"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6174C0-A744-E260-8C65-EAEE4F55D5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DF197F-517F-F850-D1A5-3C8769FDF1B0}"/>
              </a:ext>
            </a:extLst>
          </p:cNvPr>
          <p:cNvSpPr txBox="1"/>
          <p:nvPr/>
        </p:nvSpPr>
        <p:spPr>
          <a:xfrm>
            <a:off x="548640" y="365760"/>
            <a:ext cx="6400800" cy="731520"/>
          </a:xfrm>
          <a:prstGeom prst="rect">
            <a:avLst/>
          </a:prstGeom>
          <a:noFill/>
        </p:spPr>
        <p:txBody>
          <a:bodyPr wrap="square">
            <a:spAutoFit/>
          </a:bodyPr>
          <a:lstStyle/>
          <a:p>
            <a:pPr>
              <a:defRPr sz="4000" b="1">
                <a:solidFill>
                  <a:srgbClr val="222222"/>
                </a:solidFill>
                <a:latin typeface="Neue Haas Grotesk Text Pro"/>
              </a:defRPr>
            </a:pPr>
            <a:r>
              <a:t>Resumen del capítulo</a:t>
            </a:r>
          </a:p>
        </p:txBody>
      </p:sp>
      <p:sp>
        <p:nvSpPr>
          <p:cNvPr id="3" name="TextBox 2">
            <a:extLst>
              <a:ext uri="{FF2B5EF4-FFF2-40B4-BE49-F238E27FC236}">
                <a16:creationId xmlns:a16="http://schemas.microsoft.com/office/drawing/2014/main" id="{0FF28CDE-6C30-2928-F397-9BD2019CF2AE}"/>
              </a:ext>
            </a:extLst>
          </p:cNvPr>
          <p:cNvSpPr txBox="1"/>
          <p:nvPr/>
        </p:nvSpPr>
        <p:spPr>
          <a:xfrm>
            <a:off x="386080" y="1280160"/>
            <a:ext cx="6908800" cy="4231928"/>
          </a:xfrm>
          <a:prstGeom prst="rect">
            <a:avLst/>
          </a:prstGeom>
          <a:noFill/>
        </p:spPr>
        <p:txBody>
          <a:bodyPr wrap="square">
            <a:spAutoFit/>
          </a:bodyPr>
          <a:lstStyle/>
          <a:p>
            <a:pPr marL="285750" indent="-285750" algn="just">
              <a:buFont typeface="Arial" panose="020B0604020202020204" pitchFamily="34" charset="0"/>
              <a:buChar char="•"/>
            </a:pPr>
            <a:r>
              <a:rPr lang="es-ES" dirty="0">
                <a:latin typeface="Neue Haas Grotesk Text Pro" panose="020B0504020202020204" pitchFamily="34" charset="0"/>
              </a:rPr>
              <a:t>Anidar bloques IF es posible, pero conviene extraer la lógica compleja a </a:t>
            </a:r>
            <a:r>
              <a:rPr lang="es-ES" dirty="0" err="1">
                <a:latin typeface="Neue Haas Grotesk Text Pro" panose="020B0504020202020204" pitchFamily="34" charset="0"/>
              </a:rPr>
              <a:t>keywords</a:t>
            </a:r>
            <a:r>
              <a:rPr lang="es-ES" dirty="0">
                <a:latin typeface="Neue Haas Grotesk Text Pro" panose="020B0504020202020204" pitchFamily="34" charset="0"/>
              </a:rPr>
              <a:t> con nombres descriptivos para preservar la legibilidad de la suite.</a:t>
            </a:r>
          </a:p>
          <a:p>
            <a:pPr marL="285750" indent="-285750" algn="just">
              <a:buFont typeface="Arial" panose="020B0604020202020204" pitchFamily="34" charset="0"/>
              <a:buChar char="•"/>
            </a:pPr>
            <a:r>
              <a:rPr lang="es-ES" dirty="0">
                <a:latin typeface="Neue Haas Grotesk Text Pro" panose="020B0504020202020204" pitchFamily="34" charset="0"/>
              </a:rPr>
              <a:t>El bucle FOR recorre colecciones con IN, rangos numéricos con IN RANGE, pares enumerados con IN ENUMERATE y combinaciones paralelas con IN ZIP.</a:t>
            </a:r>
          </a:p>
          <a:p>
            <a:pPr marL="285750" indent="-285750" algn="just">
              <a:buFont typeface="Arial" panose="020B0604020202020204" pitchFamily="34" charset="0"/>
              <a:buChar char="•"/>
            </a:pPr>
            <a:r>
              <a:rPr lang="es-ES" dirty="0">
                <a:latin typeface="Neue Haas Grotesk Text Pro" panose="020B0504020202020204" pitchFamily="34" charset="0"/>
              </a:rPr>
              <a:t>El bucle WHILE evalúa una condición booleana en cada iteración; incluye un límite de seguridad configurable con el argumento </a:t>
            </a:r>
            <a:r>
              <a:rPr lang="es-ES" dirty="0" err="1">
                <a:latin typeface="Neue Haas Grotesk Text Pro" panose="020B0504020202020204" pitchFamily="34" charset="0"/>
              </a:rPr>
              <a:t>limit</a:t>
            </a:r>
            <a:r>
              <a:rPr lang="es-ES" dirty="0">
                <a:latin typeface="Neue Haas Grotesk Text Pro" panose="020B0504020202020204" pitchFamily="34" charset="0"/>
              </a:rPr>
              <a:t> para prevenir bucles infinitos.</a:t>
            </a:r>
          </a:p>
          <a:p>
            <a:pPr marL="285750" indent="-285750" algn="just">
              <a:buFont typeface="Arial" panose="020B0604020202020204" pitchFamily="34" charset="0"/>
              <a:buChar char="•"/>
            </a:pPr>
            <a:r>
              <a:rPr lang="es-ES" dirty="0">
                <a:latin typeface="Neue Haas Grotesk Text Pro" panose="020B0504020202020204" pitchFamily="34" charset="0"/>
              </a:rPr>
              <a:t>BREAK interrumpe el bucle por completo; CONTINUE omite el resto del bloque actual y avanza a la siguiente iteración.</a:t>
            </a:r>
          </a:p>
          <a:p>
            <a:pPr marL="285750" indent="-285750" algn="just">
              <a:buFont typeface="Arial" panose="020B0604020202020204" pitchFamily="34" charset="0"/>
              <a:buChar char="•"/>
            </a:pPr>
            <a:r>
              <a:rPr lang="es-ES" dirty="0">
                <a:latin typeface="Neue Haas Grotesk Text Pro" panose="020B0504020202020204" pitchFamily="34" charset="0"/>
              </a:rPr>
              <a:t>Ambos bucles se cierran con END y pueden anidarse, aunque se recomienda mantener la profundidad de anidamiento al mínimo para preservar la legibilidad.</a:t>
            </a:r>
          </a:p>
          <a:p>
            <a:pPr marL="285750" indent="-285750" algn="just">
              <a:spcAft>
                <a:spcPts val="600"/>
              </a:spcAft>
              <a:buFont typeface="Arial" panose="020B0604020202020204" pitchFamily="34" charset="0"/>
              <a:buChar char="•"/>
            </a:pPr>
            <a:endParaRPr sz="1700" dirty="0">
              <a:solidFill>
                <a:srgbClr val="222222"/>
              </a:solidFill>
              <a:latin typeface="Neue Haas Grotesk Text Pro" panose="020B0504020202020204" pitchFamily="34" charset="0"/>
            </a:endParaRPr>
          </a:p>
        </p:txBody>
      </p:sp>
      <p:pic>
        <p:nvPicPr>
          <p:cNvPr id="4" name="Picture 3" descr="image.png">
            <a:extLst>
              <a:ext uri="{FF2B5EF4-FFF2-40B4-BE49-F238E27FC236}">
                <a16:creationId xmlns:a16="http://schemas.microsoft.com/office/drawing/2014/main" id="{071E3878-A037-394D-ABC4-08DEB766B132}"/>
              </a:ext>
            </a:extLst>
          </p:cNvPr>
          <p:cNvPicPr>
            <a:picLocks noChangeAspect="1"/>
          </p:cNvPicPr>
          <p:nvPr/>
        </p:nvPicPr>
        <p:blipFill>
          <a:blip r:embed="rId3"/>
          <a:stretch>
            <a:fillRect/>
          </a:stretch>
        </p:blipFill>
        <p:spPr>
          <a:xfrm>
            <a:off x="7772400" y="1645920"/>
            <a:ext cx="3200400" cy="3200400"/>
          </a:xfrm>
          <a:prstGeom prst="rect">
            <a:avLst/>
          </a:prstGeom>
        </p:spPr>
      </p:pic>
      <p:sp>
        <p:nvSpPr>
          <p:cNvPr id="5" name="Rectangle 4">
            <a:extLst>
              <a:ext uri="{FF2B5EF4-FFF2-40B4-BE49-F238E27FC236}">
                <a16:creationId xmlns:a16="http://schemas.microsoft.com/office/drawing/2014/main" id="{8C563C98-DB50-2AA1-1FD0-072713EA89AA}"/>
              </a:ext>
            </a:extLst>
          </p:cNvPr>
          <p:cNvSpPr/>
          <p:nvPr/>
        </p:nvSpPr>
        <p:spPr>
          <a:xfrm>
            <a:off x="548640" y="5577840"/>
            <a:ext cx="11064240" cy="13716"/>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D8B1FB36-ADC5-4750-E24F-1E7FCAA71370}"/>
              </a:ext>
            </a:extLst>
          </p:cNvPr>
          <p:cNvSpPr/>
          <p:nvPr/>
        </p:nvSpPr>
        <p:spPr>
          <a:xfrm>
            <a:off x="548640" y="5623560"/>
            <a:ext cx="4114800"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a:extLst>
              <a:ext uri="{FF2B5EF4-FFF2-40B4-BE49-F238E27FC236}">
                <a16:creationId xmlns:a16="http://schemas.microsoft.com/office/drawing/2014/main" id="{CB3BFBB4-80A3-AB0C-8794-8A5FFF1E9BEE}"/>
              </a:ext>
            </a:extLst>
          </p:cNvPr>
          <p:cNvPicPr>
            <a:picLocks noChangeAspect="1"/>
          </p:cNvPicPr>
          <p:nvPr/>
        </p:nvPicPr>
        <p:blipFill>
          <a:blip r:embed="rId4"/>
          <a:stretch>
            <a:fillRect/>
          </a:stretch>
        </p:blipFill>
        <p:spPr>
          <a:xfrm>
            <a:off x="201168" y="6016752"/>
            <a:ext cx="1783080" cy="667512"/>
          </a:xfrm>
          <a:prstGeom prst="rect">
            <a:avLst/>
          </a:prstGeom>
        </p:spPr>
      </p:pic>
    </p:spTree>
    <p:extLst>
      <p:ext uri="{BB962C8B-B14F-4D97-AF65-F5344CB8AC3E}">
        <p14:creationId xmlns:p14="http://schemas.microsoft.com/office/powerpoint/2010/main" val="60576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11064240" cy="1886772"/>
          </a:xfrm>
          <a:prstGeom prst="rect">
            <a:avLst/>
          </a:prstGeom>
          <a:noFill/>
          <a:ln w="19050">
            <a:solidFill>
              <a:srgbClr val="AAAAAA"/>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11412"/>
            <a:ext cx="10655245" cy="1631216"/>
          </a:xfrm>
          <a:prstGeom prst="rect">
            <a:avLst/>
          </a:prstGeom>
          <a:noFill/>
        </p:spPr>
        <p:txBody>
          <a:bodyPr wrap="square">
            <a:spAutoFit/>
          </a:bodyPr>
          <a:lstStyle/>
          <a:p>
            <a:pPr algn="ctr">
              <a:defRPr sz="5000" b="1">
                <a:solidFill>
                  <a:srgbClr val="111111"/>
                </a:solidFill>
                <a:latin typeface="Neue Haas Grotesk Text Pro"/>
              </a:defRPr>
            </a:pPr>
            <a:r>
              <a:rPr lang="es-ES" dirty="0"/>
              <a:t>Práctica 5: </a:t>
            </a:r>
            <a:r>
              <a:rPr dirty="0"/>
              <a:t>Tests con </a:t>
            </a:r>
            <a:r>
              <a:rPr dirty="0" err="1"/>
              <a:t>lógica</a:t>
            </a:r>
            <a:r>
              <a:rPr dirty="0"/>
              <a:t> </a:t>
            </a:r>
            <a:r>
              <a:rPr dirty="0" err="1"/>
              <a:t>condicional</a:t>
            </a:r>
            <a:r>
              <a:rPr dirty="0"/>
              <a:t> y</a:t>
            </a:r>
            <a:r>
              <a:rPr lang="es-ES" dirty="0"/>
              <a:t> </a:t>
            </a:r>
            <a:r>
              <a:rPr dirty="0" err="1"/>
              <a:t>bucles</a:t>
            </a:r>
            <a:r>
              <a:rPr dirty="0"/>
              <a:t> de </a:t>
            </a:r>
            <a:r>
              <a:rPr dirty="0" err="1"/>
              <a:t>datos</a:t>
            </a:r>
            <a:endParaRPr dirty="0"/>
          </a:p>
        </p:txBody>
      </p:sp>
      <p:sp>
        <p:nvSpPr>
          <p:cNvPr id="4" name="Rectangle 3"/>
          <p:cNvSpPr/>
          <p:nvPr/>
        </p:nvSpPr>
        <p:spPr>
          <a:xfrm>
            <a:off x="548640" y="2453700"/>
            <a:ext cx="2194560" cy="9144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2581716"/>
            <a:ext cx="1106424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2868929"/>
            <a:ext cx="11018520" cy="2180084"/>
          </a:xfrm>
          <a:prstGeom prst="rect">
            <a:avLst/>
          </a:prstGeom>
          <a:noFill/>
        </p:spPr>
        <p:txBody>
          <a:bodyPr wrap="square">
            <a:spAutoFit/>
          </a:bodyPr>
          <a:lstStyle/>
          <a:p>
            <a:pPr algn="just">
              <a:spcAft>
                <a:spcPts val="400"/>
              </a:spcAft>
              <a:defRPr sz="1700" b="1">
                <a:solidFill>
                  <a:srgbClr val="222222"/>
                </a:solidFill>
                <a:latin typeface="Neue Haas Grotesk Text Pro"/>
              </a:defRPr>
            </a:pPr>
            <a:r>
              <a:rPr sz="1700">
                <a:latin typeface="Neue Haas Grotesk Text Pro"/>
              </a:rPr>
              <a:t>Objetivo:</a:t>
            </a:r>
          </a:p>
          <a:p>
            <a:r>
              <a:rPr sz="1700">
                <a:latin typeface="Neue Haas Grotesk Text Pro"/>
              </a:rPr>
              <a:t>Crear tests que usen IF/ELSE para clasificar consumos y FOR</a:t>
            </a:r>
          </a:p>
          <a:p>
            <a:r>
              <a:rPr sz="1700">
                <a:latin typeface="Neue Haas Grotesk Text Pro"/>
              </a:rPr>
              <a:t>para recorrer una lista de clientes validando sus límites.</a:t>
            </a:r>
          </a:p>
          <a:p>
            <a:r>
              <a:rPr sz="1700">
                <a:latin typeface="Neue Haas Grotesk Text Pro"/>
              </a:rPr>
              <a:t/>
            </a:r>
          </a:p>
          <a:p>
            <a:r>
              <a:rPr sz="1700">
                <a:latin typeface="Neue Haas Grotesk Text Pro"/>
              </a:rPr>
              <a:t>Guía completa: robfram-guide/Capitulo03/Practica5.md</a:t>
            </a:r>
          </a:p>
        </p:txBody>
      </p:sp>
      <p:pic>
        <p:nvPicPr>
          <p:cNvPr id="7" name="Picture 6" descr="image.png"/>
          <p:cNvPicPr>
            <a:picLocks noChangeAspect="1"/>
          </p:cNvPicPr>
          <p:nvPr/>
        </p:nvPicPr>
        <p:blipFill>
          <a:blip r:embed="rId3"/>
          <a:stretch>
            <a:fillRect/>
          </a:stretch>
        </p:blipFill>
        <p:spPr>
          <a:xfrm>
            <a:off x="7772400" y="5833872"/>
            <a:ext cx="914400" cy="914400"/>
          </a:xfrm>
          <a:prstGeom prst="rect">
            <a:avLst/>
          </a:prstGeom>
        </p:spPr>
      </p:pic>
      <p:sp>
        <p:nvSpPr>
          <p:cNvPr id="8" name="TextBox 7"/>
          <p:cNvSpPr txBox="1"/>
          <p:nvPr/>
        </p:nvSpPr>
        <p:spPr>
          <a:xfrm>
            <a:off x="8778240" y="6035040"/>
            <a:ext cx="3200400" cy="457200"/>
          </a:xfrm>
          <a:prstGeom prst="rect">
            <a:avLst/>
          </a:prstGeom>
          <a:noFill/>
        </p:spPr>
        <p:txBody>
          <a:bodyPr wrap="none">
            <a:spAutoFit/>
          </a:bodyPr>
          <a:lstStyle/>
          <a:p>
            <a:pPr>
              <a:defRPr sz="1600" b="1">
                <a:solidFill>
                  <a:srgbClr val="111111"/>
                </a:solidFill>
                <a:latin typeface="Neue Haas Grotesk Text Pro"/>
              </a:defRPr>
            </a:pPr>
            <a:r>
              <a:t>Tiempo para esta actividad:</a:t>
            </a:r>
          </a:p>
          <a:p>
            <a:pPr>
              <a:defRPr sz="1500">
                <a:solidFill>
                  <a:srgbClr val="333333"/>
                </a:solidFill>
                <a:latin typeface="Neue Haas Grotesk Text Pro"/>
              </a:defRPr>
            </a:pPr>
            <a:r>
              <a:t>1 h 12 min</a:t>
            </a:r>
          </a:p>
        </p:txBody>
      </p:sp>
      <p:pic>
        <p:nvPicPr>
          <p:cNvPr id="9" name="Picture 8"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11064240" cy="1886772"/>
          </a:xfrm>
          <a:prstGeom prst="rect">
            <a:avLst/>
          </a:prstGeom>
          <a:noFill/>
          <a:ln w="19050">
            <a:solidFill>
              <a:srgbClr val="AAAAAA"/>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9120" y="507944"/>
            <a:ext cx="10759952" cy="1631216"/>
          </a:xfrm>
          <a:prstGeom prst="rect">
            <a:avLst/>
          </a:prstGeom>
          <a:noFill/>
        </p:spPr>
        <p:txBody>
          <a:bodyPr wrap="square">
            <a:spAutoFit/>
          </a:bodyPr>
          <a:lstStyle/>
          <a:p>
            <a:pPr algn="ctr">
              <a:defRPr sz="5000" b="1">
                <a:solidFill>
                  <a:srgbClr val="111111"/>
                </a:solidFill>
                <a:latin typeface="Neue Haas Grotesk Text Pro"/>
              </a:defRPr>
            </a:pPr>
            <a:r>
              <a:rPr lang="es-ES" dirty="0"/>
              <a:t>Práctica 6: </a:t>
            </a:r>
            <a:r>
              <a:rPr dirty="0"/>
              <a:t>Suite robusta con </a:t>
            </a:r>
            <a:r>
              <a:rPr dirty="0" err="1"/>
              <a:t>manejo</a:t>
            </a:r>
            <a:r>
              <a:rPr dirty="0"/>
              <a:t> de</a:t>
            </a:r>
            <a:r>
              <a:rPr lang="es-ES" dirty="0"/>
              <a:t> </a:t>
            </a:r>
            <a:r>
              <a:rPr dirty="0" err="1"/>
              <a:t>fallas</a:t>
            </a:r>
            <a:r>
              <a:rPr dirty="0"/>
              <a:t> y </a:t>
            </a:r>
            <a:r>
              <a:rPr dirty="0" err="1"/>
              <a:t>recuperación</a:t>
            </a:r>
            <a:endParaRPr dirty="0"/>
          </a:p>
        </p:txBody>
      </p:sp>
      <p:sp>
        <p:nvSpPr>
          <p:cNvPr id="4" name="Rectangle 3"/>
          <p:cNvSpPr/>
          <p:nvPr/>
        </p:nvSpPr>
        <p:spPr>
          <a:xfrm>
            <a:off x="548640" y="2453700"/>
            <a:ext cx="2194560" cy="9144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2581716"/>
            <a:ext cx="1106424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877648"/>
            <a:ext cx="11018520" cy="2180084"/>
          </a:xfrm>
          <a:prstGeom prst="rect">
            <a:avLst/>
          </a:prstGeom>
          <a:noFill/>
        </p:spPr>
        <p:txBody>
          <a:bodyPr wrap="square">
            <a:spAutoFit/>
          </a:bodyPr>
          <a:lstStyle/>
          <a:p>
            <a:pPr algn="just">
              <a:spcAft>
                <a:spcPts val="400"/>
              </a:spcAft>
              <a:defRPr sz="1700" b="1">
                <a:solidFill>
                  <a:srgbClr val="222222"/>
                </a:solidFill>
                <a:latin typeface="Neue Haas Grotesk Text Pro"/>
              </a:defRPr>
            </a:pPr>
            <a:r>
              <a:rPr sz="1700">
                <a:latin typeface="Neue Haas Grotesk Text Pro"/>
              </a:rPr>
              <a:t>Objetivo:</a:t>
            </a:r>
          </a:p>
          <a:p>
            <a:r>
              <a:rPr sz="1700">
                <a:latin typeface="Neue Haas Grotesk Text Pro"/>
              </a:rPr>
              <a:t>Diseñar una suite que use Continue On Failure, Expect Error</a:t>
            </a:r>
          </a:p>
          <a:p>
            <a:r>
              <a:rPr sz="1700">
                <a:latin typeface="Neue Haas Grotesk Text Pro"/>
              </a:rPr>
              <a:t>e Ignore Error para manejar fallas de forma controlada.</a:t>
            </a:r>
          </a:p>
          <a:p>
            <a:r>
              <a:rPr sz="1700">
                <a:latin typeface="Neue Haas Grotesk Text Pro"/>
              </a:rPr>
              <a:t/>
            </a:r>
          </a:p>
          <a:p>
            <a:r>
              <a:rPr sz="1700">
                <a:latin typeface="Neue Haas Grotesk Text Pro"/>
              </a:rPr>
              <a:t>Guía completa: robfram-guide/Capitulo03/Practica6.md</a:t>
            </a:r>
          </a:p>
        </p:txBody>
      </p:sp>
      <p:pic>
        <p:nvPicPr>
          <p:cNvPr id="7" name="Picture 6" descr="image.png"/>
          <p:cNvPicPr>
            <a:picLocks noChangeAspect="1"/>
          </p:cNvPicPr>
          <p:nvPr/>
        </p:nvPicPr>
        <p:blipFill>
          <a:blip r:embed="rId3"/>
          <a:stretch>
            <a:fillRect/>
          </a:stretch>
        </p:blipFill>
        <p:spPr>
          <a:xfrm>
            <a:off x="7772400" y="5833872"/>
            <a:ext cx="914400" cy="914400"/>
          </a:xfrm>
          <a:prstGeom prst="rect">
            <a:avLst/>
          </a:prstGeom>
        </p:spPr>
      </p:pic>
      <p:sp>
        <p:nvSpPr>
          <p:cNvPr id="8" name="TextBox 7"/>
          <p:cNvSpPr txBox="1"/>
          <p:nvPr/>
        </p:nvSpPr>
        <p:spPr>
          <a:xfrm>
            <a:off x="8778240" y="6035040"/>
            <a:ext cx="3200400" cy="457200"/>
          </a:xfrm>
          <a:prstGeom prst="rect">
            <a:avLst/>
          </a:prstGeom>
          <a:noFill/>
        </p:spPr>
        <p:txBody>
          <a:bodyPr wrap="none">
            <a:spAutoFit/>
          </a:bodyPr>
          <a:lstStyle/>
          <a:p>
            <a:pPr>
              <a:defRPr sz="1600" b="1">
                <a:solidFill>
                  <a:srgbClr val="111111"/>
                </a:solidFill>
                <a:latin typeface="Neue Haas Grotesk Text Pro"/>
              </a:defRPr>
            </a:pPr>
            <a:r>
              <a:t>Tiempo para esta actividad:</a:t>
            </a:r>
          </a:p>
          <a:p>
            <a:pPr>
              <a:defRPr sz="1500">
                <a:solidFill>
                  <a:srgbClr val="333333"/>
                </a:solidFill>
                <a:latin typeface="Neue Haas Grotesk Text Pro"/>
              </a:defRPr>
            </a:pPr>
            <a:r>
              <a:t>1 h 12 min</a:t>
            </a:r>
          </a:p>
        </p:txBody>
      </p:sp>
      <p:pic>
        <p:nvPicPr>
          <p:cNvPr id="9" name="Picture 8"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1706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Referencias Bibliográficas</a:t>
            </a:r>
          </a:p>
        </p:txBody>
      </p:sp>
      <p:sp>
        <p:nvSpPr>
          <p:cNvPr id="4" name="TextBox 3"/>
          <p:cNvSpPr txBox="1"/>
          <p:nvPr/>
        </p:nvSpPr>
        <p:spPr>
          <a:xfrm>
            <a:off x="594360" y="894283"/>
            <a:ext cx="10972800" cy="405079"/>
          </a:xfrm>
          <a:prstGeom prst="rect">
            <a:avLst/>
          </a:prstGeom>
          <a:noFill/>
        </p:spPr>
        <p:txBody>
          <a:bodyPr wrap="none">
            <a:spAutoFit/>
          </a:bodyPr>
          <a:lstStyle/>
          <a:p>
            <a:pPr>
              <a:defRPr sz="2000" b="0">
                <a:solidFill>
                  <a:srgbClr val="4682B4"/>
                </a:solidFill>
                <a:latin typeface="Neue Haas Grotesk Text Pro"/>
              </a:defRPr>
            </a:pPr>
            <a:r>
              <a:t>Capítulo 3: Control de Flujo y Validaciones</a:t>
            </a:r>
          </a:p>
        </p:txBody>
      </p:sp>
      <p:sp>
        <p:nvSpPr>
          <p:cNvPr id="5" name="Rectangle 4"/>
          <p:cNvSpPr/>
          <p:nvPr/>
        </p:nvSpPr>
        <p:spPr>
          <a:xfrm>
            <a:off x="365760" y="1491386"/>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74266"/>
            <a:ext cx="11277295" cy="4342486"/>
          </a:xfrm>
          <a:prstGeom prst="rect">
            <a:avLst/>
          </a:prstGeom>
          <a:noFill/>
        </p:spPr>
        <p:txBody>
          <a:bodyPr wrap="square">
            <a:spAutoFit/>
          </a:bodyPr>
          <a:lstStyle/>
          <a:p>
            <a:pPr>
              <a:spcBef>
                <a:spcPts val="500"/>
              </a:spcBef>
              <a:spcAft>
                <a:spcPts val="300"/>
              </a:spcAft>
            </a:pPr>
            <a:r>
              <a:rPr sz="1600">
                <a:solidFill>
                  <a:srgbClr val="FFC000"/>
                </a:solidFill>
                <a:latin typeface="Calibri"/>
              </a:rPr>
              <a:t>▸ </a:t>
            </a:r>
            <a:r>
              <a:rPr sz="1600">
                <a:solidFill>
                  <a:srgbClr val="333333"/>
                </a:solidFill>
                <a:latin typeface="Calibri"/>
              </a:rPr>
              <a:t>https://robotframework.org/robotframework/latest/RobotFrameworkUserGuide.html#if-else-if-else-structure</a:t>
            </a:r>
          </a:p>
          <a:p>
            <a:pPr>
              <a:spcBef>
                <a:spcPts val="500"/>
              </a:spcBef>
              <a:spcAft>
                <a:spcPts val="300"/>
              </a:spcAft>
            </a:pPr>
            <a:r>
              <a:rPr sz="1600">
                <a:solidFill>
                  <a:srgbClr val="FFC000"/>
                </a:solidFill>
                <a:latin typeface="Calibri"/>
              </a:rPr>
              <a:t>▸ </a:t>
            </a:r>
            <a:r>
              <a:rPr sz="1600">
                <a:solidFill>
                  <a:srgbClr val="333333"/>
                </a:solidFill>
                <a:latin typeface="Calibri"/>
              </a:rPr>
              <a:t>https://robotframework.org/robotframework/latest/libraries/BuiltIn.html#Run%20Keyword%20If</a:t>
            </a:r>
          </a:p>
          <a:p>
            <a:pPr>
              <a:spcBef>
                <a:spcPts val="500"/>
              </a:spcBef>
              <a:spcAft>
                <a:spcPts val="300"/>
              </a:spcAft>
            </a:pPr>
            <a:r>
              <a:rPr sz="1600">
                <a:solidFill>
                  <a:srgbClr val="FFC000"/>
                </a:solidFill>
                <a:latin typeface="Calibri"/>
              </a:rPr>
              <a:t>▸ </a:t>
            </a:r>
            <a:r>
              <a:rPr sz="1600">
                <a:solidFill>
                  <a:srgbClr val="333333"/>
                </a:solidFill>
                <a:latin typeface="Calibri"/>
              </a:rPr>
              <a:t>https://github.com/robotframework/robotframework/blob/master/doc/releasenotes/rf-4.0.rst</a:t>
            </a:r>
          </a:p>
          <a:p>
            <a:pPr>
              <a:spcBef>
                <a:spcPts val="500"/>
              </a:spcBef>
              <a:spcAft>
                <a:spcPts val="300"/>
              </a:spcAft>
            </a:pPr>
            <a:r>
              <a:rPr sz="1600">
                <a:solidFill>
                  <a:srgbClr val="FFC000"/>
                </a:solidFill>
                <a:latin typeface="Calibri"/>
              </a:rPr>
              <a:t>▸ </a:t>
            </a:r>
            <a:r>
              <a:rPr sz="1600">
                <a:solidFill>
                  <a:srgbClr val="333333"/>
                </a:solidFill>
                <a:latin typeface="Calibri"/>
              </a:rPr>
              <a:t>https://docs.robotframework.org/docs/getting_started/testing</a:t>
            </a:r>
          </a:p>
          <a:p>
            <a:pPr>
              <a:spcBef>
                <a:spcPts val="500"/>
              </a:spcBef>
              <a:spcAft>
                <a:spcPts val="300"/>
              </a:spcAft>
            </a:pPr>
            <a:r>
              <a:rPr sz="1600">
                <a:solidFill>
                  <a:srgbClr val="FFC000"/>
                </a:solidFill>
                <a:latin typeface="Calibri"/>
              </a:rPr>
              <a:t>▸ </a:t>
            </a:r>
            <a:r>
              <a:rPr sz="1600">
                <a:solidFill>
                  <a:srgbClr val="333333"/>
                </a:solidFill>
                <a:latin typeface="Calibri"/>
              </a:rPr>
              <a:t>https://robotframework.org/robotframework/latest/RobotFrameworkUserGuide.html#for-loops</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71992</Words>
  <Application>Microsoft Office PowerPoint</Application>
  <PresentationFormat>Panorámica</PresentationFormat>
  <Paragraphs>6139</Paragraphs>
  <Slides>500</Slides>
  <Notes>500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500</vt:i4>
      </vt:variant>
    </vt:vector>
  </HeadingPairs>
  <TitlesOfParts>
    <vt:vector size="505" baseType="lpstr">
      <vt:lpstr>Arial</vt:lpstr>
      <vt:lpstr>Calibri</vt:lpstr>
      <vt:lpstr>Consolas</vt:lpstr>
      <vt:lpstr>Neue Haas Grotesk Text Pro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Lucy Grande</cp:lastModifiedBy>
  <cp:revision>1</cp:revision>
  <dcterms:created xsi:type="dcterms:W3CDTF">2013-01-27T09:14:16Z</dcterms:created>
  <dcterms:modified xsi:type="dcterms:W3CDTF">2026-06-06T00:51:34Z</dcterms:modified>
  <cp:category/>
</cp:coreProperties>
</file>