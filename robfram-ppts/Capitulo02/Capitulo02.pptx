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omments/modernComment_142_0.xml" ContentType="application/vnd.ms-powerpoint.comments+xml"/>
  <Override PartName="/ppt/notesMasters/notesMaster1.xml" ContentType="application/vnd.openxmlformats-officedocument.presentationml.notesMaster+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8.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9.xml" ContentType="application/vnd.openxmlformats-officedocument.presentationml.notesSlide+xml"/>
  <Override PartName="/ppt/notesSlides/notesSlide121.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3.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1.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2"/>
  </p:notesMasterIdLst>
  <p:sldIdLst>
    <p:sldId id="322" r:id="rId69"/>
    <p:sldId id="323" r:id="rId70"/>
    <p:sldId id="324" r:id="rId71"/>
    <p:sldId id="327" r:id="rId74"/>
    <p:sldId id="335" r:id="rId82"/>
    <p:sldId id="336" r:id="rId83"/>
    <p:sldId id="338" r:id="rId85"/>
    <p:sldId id="339" r:id="rId86"/>
    <p:sldId id="341" r:id="rId88"/>
    <p:sldId id="342" r:id="rId89"/>
    <p:sldId id="345" r:id="rId92"/>
    <p:sldId id="352" r:id="rId99"/>
    <p:sldId id="353" r:id="rId100"/>
    <p:sldId id="357" r:id="rId104"/>
    <p:sldId id="358" r:id="rId105"/>
    <p:sldId id="362" r:id="rId109"/>
    <p:sldId id="369" r:id="rId116"/>
    <p:sldId id="748" r:id="rId117"/>
    <p:sldId id="370" r:id="rId118"/>
    <p:sldId id="372" r:id="rId120"/>
    <p:sldId id="374" r:id="rId1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21DEA6-85BC-3B0A-FC86-DF69148AE395}" name="Lucy Grande" initials="LG" userId="S::lucy.grande@netec.com.mx::7ad266ba-0b3d-4d78-9c0c-3f8060328c5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8F9440-AE75-4813-A24F-0E3341FA7BB9}" v="55" dt="2026-06-06T00:49:02.3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5" d="100"/>
          <a:sy n="75" d="100"/>
        </p:scale>
        <p:origin x="874"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9" Type="http://schemas.openxmlformats.org/officeDocument/2006/relationships/slide" Target="slides/slide1.xml"/><Relationship Id="rId70" Type="http://schemas.openxmlformats.org/officeDocument/2006/relationships/slide" Target="slides/slide2.xml"/><Relationship Id="rId71" Type="http://schemas.openxmlformats.org/officeDocument/2006/relationships/slide" Target="slides/slide3.xml"/><Relationship Id="rId74" Type="http://schemas.openxmlformats.org/officeDocument/2006/relationships/slide" Target="slides/slide4.xml"/><Relationship Id="rId82" Type="http://schemas.openxmlformats.org/officeDocument/2006/relationships/slide" Target="slides/slide5.xml"/><Relationship Id="rId83" Type="http://schemas.openxmlformats.org/officeDocument/2006/relationships/slide" Target="slides/slide6.xml"/><Relationship Id="rId85" Type="http://schemas.openxmlformats.org/officeDocument/2006/relationships/slide" Target="slides/slide7.xml"/><Relationship Id="rId86" Type="http://schemas.openxmlformats.org/officeDocument/2006/relationships/slide" Target="slides/slide8.xml"/><Relationship Id="rId88" Type="http://schemas.openxmlformats.org/officeDocument/2006/relationships/slide" Target="slides/slide9.xml"/><Relationship Id="rId89" Type="http://schemas.openxmlformats.org/officeDocument/2006/relationships/slide" Target="slides/slide10.xml"/><Relationship Id="rId92" Type="http://schemas.openxmlformats.org/officeDocument/2006/relationships/slide" Target="slides/slide11.xml"/><Relationship Id="rId99" Type="http://schemas.openxmlformats.org/officeDocument/2006/relationships/slide" Target="slides/slide12.xml"/><Relationship Id="rId100" Type="http://schemas.openxmlformats.org/officeDocument/2006/relationships/slide" Target="slides/slide13.xml"/><Relationship Id="rId104" Type="http://schemas.openxmlformats.org/officeDocument/2006/relationships/slide" Target="slides/slide14.xml"/><Relationship Id="rId105" Type="http://schemas.openxmlformats.org/officeDocument/2006/relationships/slide" Target="slides/slide15.xml"/><Relationship Id="rId109"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20" Type="http://schemas.openxmlformats.org/officeDocument/2006/relationships/slide" Target="slides/slide20.xml"/><Relationship Id="rId122" Type="http://schemas.openxmlformats.org/officeDocument/2006/relationships/slide" Target="slides/slide21.xml"/><Relationship Id="rId502" Type="http://schemas.openxmlformats.org/officeDocument/2006/relationships/notesMaster" Target="notesMasters/notesMaster1.xml"/><Relationship Id="rId503" Type="http://schemas.openxmlformats.org/officeDocument/2006/relationships/presProps" Target="presProps.xml"/><Relationship Id="rId504" Type="http://schemas.openxmlformats.org/officeDocument/2006/relationships/viewProps" Target="viewProps.xml"/><Relationship Id="rId505" Type="http://schemas.openxmlformats.org/officeDocument/2006/relationships/theme" Target="theme/theme1.xml"/><Relationship Id="rId506" Type="http://schemas.openxmlformats.org/officeDocument/2006/relationships/tableStyles" Target="tableStyles.xml"/><Relationship Id="rId507" Type="http://schemas.microsoft.com/office/2016/11/relationships/changesInfo" Target="changesInfos/changesInfo1.xml"/><Relationship Id="rId508" Type="http://schemas.microsoft.com/office/2015/10/relationships/revisionInfo" Target="revisionInfo.xml"/><Relationship Id="rId509"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y Grande" userId="7ad266ba-0b3d-4d78-9c0c-3f8060328c5c" providerId="ADAL" clId="{3C1B581F-F628-44FF-A308-816DA856AC92}"/>
    <pc:docChg chg="undo custSel addSld delSld modSld sldOrd modMainMaster">
      <pc:chgData name="Lucy Grande" userId="7ad266ba-0b3d-4d78-9c0c-3f8060328c5c" providerId="ADAL" clId="{3C1B581F-F628-44FF-A308-816DA856AC92}" dt="2026-06-06T00:51:28.603" v="895" actId="20577"/>
      <pc:docMkLst>
        <pc:docMk/>
      </pc:docMkLst>
      <pc:sldChg chg="modSp mod">
        <pc:chgData name="Lucy Grande" userId="7ad266ba-0b3d-4d78-9c0c-3f8060328c5c" providerId="ADAL" clId="{3C1B581F-F628-44FF-A308-816DA856AC92}" dt="2026-06-06T00:51:28.603" v="895" actId="20577"/>
        <pc:sldMkLst>
          <pc:docMk/>
          <pc:sldMk cId="0" sldId="256"/>
        </pc:sldMkLst>
        <pc:spChg chg="mod">
          <ac:chgData name="Lucy Grande" userId="7ad266ba-0b3d-4d78-9c0c-3f8060328c5c" providerId="ADAL" clId="{3C1B581F-F628-44FF-A308-816DA856AC92}" dt="2026-06-06T00:51:28.603" v="895" actId="20577"/>
          <ac:spMkLst>
            <pc:docMk/>
            <pc:sldMk cId="0" sldId="256"/>
            <ac:spMk id="4" creationId="{00000000-0000-0000-0000-000000000000}"/>
          </ac:spMkLst>
        </pc:spChg>
        <pc:picChg chg="mod">
          <ac:chgData name="Lucy Grande" userId="7ad266ba-0b3d-4d78-9c0c-3f8060328c5c" providerId="ADAL" clId="{3C1B581F-F628-44FF-A308-816DA856AC92}" dt="2026-06-05T23:48:28.789" v="1" actId="14100"/>
          <ac:picMkLst>
            <pc:docMk/>
            <pc:sldMk cId="0" sldId="256"/>
            <ac:picMk id="5" creationId="{00000000-0000-0000-0000-000000000000}"/>
          </ac:picMkLst>
        </pc:picChg>
        <pc:picChg chg="mod">
          <ac:chgData name="Lucy Grande" userId="7ad266ba-0b3d-4d78-9c0c-3f8060328c5c" providerId="ADAL" clId="{3C1B581F-F628-44FF-A308-816DA856AC92}" dt="2026-06-05T23:48:32.815" v="3" actId="1076"/>
          <ac:picMkLst>
            <pc:docMk/>
            <pc:sldMk cId="0" sldId="256"/>
            <ac:picMk id="6" creationId="{00000000-0000-0000-0000-000000000000}"/>
          </ac:picMkLst>
        </pc:picChg>
      </pc:sldChg>
      <pc:sldChg chg="modSp mod">
        <pc:chgData name="Lucy Grande" userId="7ad266ba-0b3d-4d78-9c0c-3f8060328c5c" providerId="ADAL" clId="{3C1B581F-F628-44FF-A308-816DA856AC92}" dt="2026-06-05T23:48:36.956" v="4" actId="123"/>
        <pc:sldMkLst>
          <pc:docMk/>
          <pc:sldMk cId="0" sldId="257"/>
        </pc:sldMkLst>
        <pc:spChg chg="mod">
          <ac:chgData name="Lucy Grande" userId="7ad266ba-0b3d-4d78-9c0c-3f8060328c5c" providerId="ADAL" clId="{3C1B581F-F628-44FF-A308-816DA856AC92}" dt="2026-06-05T23:48:36.956" v="4" actId="123"/>
          <ac:spMkLst>
            <pc:docMk/>
            <pc:sldMk cId="0" sldId="257"/>
            <ac:spMk id="6" creationId="{00000000-0000-0000-0000-000000000000}"/>
          </ac:spMkLst>
        </pc:spChg>
      </pc:sldChg>
      <pc:sldChg chg="modSp mod">
        <pc:chgData name="Lucy Grande" userId="7ad266ba-0b3d-4d78-9c0c-3f8060328c5c" providerId="ADAL" clId="{3C1B581F-F628-44FF-A308-816DA856AC92}" dt="2026-06-05T23:49:32.926" v="22" actId="255"/>
        <pc:sldMkLst>
          <pc:docMk/>
          <pc:sldMk cId="0" sldId="258"/>
        </pc:sldMkLst>
        <pc:spChg chg="mod">
          <ac:chgData name="Lucy Grande" userId="7ad266ba-0b3d-4d78-9c0c-3f8060328c5c" providerId="ADAL" clId="{3C1B581F-F628-44FF-A308-816DA856AC92}" dt="2026-06-05T23:49:32.926" v="22" actId="255"/>
          <ac:spMkLst>
            <pc:docMk/>
            <pc:sldMk cId="0" sldId="258"/>
            <ac:spMk id="5" creationId="{00000000-0000-0000-0000-000000000000}"/>
          </ac:spMkLst>
        </pc:spChg>
      </pc:sldChg>
      <pc:sldChg chg="addSp delSp modSp mod">
        <pc:chgData name="Lucy Grande" userId="7ad266ba-0b3d-4d78-9c0c-3f8060328c5c" providerId="ADAL" clId="{3C1B581F-F628-44FF-A308-816DA856AC92}" dt="2026-06-05T23:49:27.470" v="21" actId="14100"/>
        <pc:sldMkLst>
          <pc:docMk/>
          <pc:sldMk cId="0" sldId="259"/>
        </pc:sldMkLst>
        <pc:spChg chg="del">
          <ac:chgData name="Lucy Grande" userId="7ad266ba-0b3d-4d78-9c0c-3f8060328c5c" providerId="ADAL" clId="{3C1B581F-F628-44FF-A308-816DA856AC92}" dt="2026-06-05T23:48:55.024" v="11" actId="478"/>
          <ac:spMkLst>
            <pc:docMk/>
            <pc:sldMk cId="0" sldId="259"/>
            <ac:spMk id="2" creationId="{00000000-0000-0000-0000-000000000000}"/>
          </ac:spMkLst>
        </pc:spChg>
        <pc:spChg chg="mod">
          <ac:chgData name="Lucy Grande" userId="7ad266ba-0b3d-4d78-9c0c-3f8060328c5c" providerId="ADAL" clId="{3C1B581F-F628-44FF-A308-816DA856AC92}" dt="2026-06-05T23:49:18.855" v="16" actId="1076"/>
          <ac:spMkLst>
            <pc:docMk/>
            <pc:sldMk cId="0" sldId="259"/>
            <ac:spMk id="3" creationId="{00000000-0000-0000-0000-000000000000}"/>
          </ac:spMkLst>
        </pc:spChg>
        <pc:spChg chg="mod">
          <ac:chgData name="Lucy Grande" userId="7ad266ba-0b3d-4d78-9c0c-3f8060328c5c" providerId="ADAL" clId="{3C1B581F-F628-44FF-A308-816DA856AC92}" dt="2026-06-05T23:49:20.425" v="17" actId="1076"/>
          <ac:spMkLst>
            <pc:docMk/>
            <pc:sldMk cId="0" sldId="259"/>
            <ac:spMk id="4" creationId="{00000000-0000-0000-0000-000000000000}"/>
          </ac:spMkLst>
        </pc:spChg>
        <pc:spChg chg="del">
          <ac:chgData name="Lucy Grande" userId="7ad266ba-0b3d-4d78-9c0c-3f8060328c5c" providerId="ADAL" clId="{3C1B581F-F628-44FF-A308-816DA856AC92}" dt="2026-06-05T23:48:55.693" v="12" actId="478"/>
          <ac:spMkLst>
            <pc:docMk/>
            <pc:sldMk cId="0" sldId="259"/>
            <ac:spMk id="5" creationId="{00000000-0000-0000-0000-000000000000}"/>
          </ac:spMkLst>
        </pc:spChg>
        <pc:spChg chg="mod">
          <ac:chgData name="Lucy Grande" userId="7ad266ba-0b3d-4d78-9c0c-3f8060328c5c" providerId="ADAL" clId="{3C1B581F-F628-44FF-A308-816DA856AC92}" dt="2026-06-05T23:49:27.470" v="21" actId="14100"/>
          <ac:spMkLst>
            <pc:docMk/>
            <pc:sldMk cId="0" sldId="259"/>
            <ac:spMk id="6" creationId="{00000000-0000-0000-0000-000000000000}"/>
          </ac:spMkLst>
        </pc:spChg>
        <pc:spChg chg="add mod">
          <ac:chgData name="Lucy Grande" userId="7ad266ba-0b3d-4d78-9c0c-3f8060328c5c" providerId="ADAL" clId="{3C1B581F-F628-44FF-A308-816DA856AC92}" dt="2026-06-05T23:49:15.260" v="15"/>
          <ac:spMkLst>
            <pc:docMk/>
            <pc:sldMk cId="0" sldId="259"/>
            <ac:spMk id="10" creationId="{D9CA0670-2AF8-2592-72FC-A38A969DF9ED}"/>
          </ac:spMkLst>
        </pc:spChg>
        <pc:picChg chg="del">
          <ac:chgData name="Lucy Grande" userId="7ad266ba-0b3d-4d78-9c0c-3f8060328c5c" providerId="ADAL" clId="{3C1B581F-F628-44FF-A308-816DA856AC92}" dt="2026-06-05T23:48:50.015" v="7" actId="478"/>
          <ac:picMkLst>
            <pc:docMk/>
            <pc:sldMk cId="0" sldId="259"/>
            <ac:picMk id="7" creationId="{00000000-0000-0000-0000-000000000000}"/>
          </ac:picMkLst>
        </pc:picChg>
        <pc:picChg chg="mod">
          <ac:chgData name="Lucy Grande" userId="7ad266ba-0b3d-4d78-9c0c-3f8060328c5c" providerId="ADAL" clId="{3C1B581F-F628-44FF-A308-816DA856AC92}" dt="2026-06-05T23:48:57.509" v="13" actId="1076"/>
          <ac:picMkLst>
            <pc:docMk/>
            <pc:sldMk cId="0" sldId="259"/>
            <ac:picMk id="8" creationId="{00000000-0000-0000-0000-000000000000}"/>
          </ac:picMkLst>
        </pc:picChg>
        <pc:picChg chg="add mod">
          <ac:chgData name="Lucy Grande" userId="7ad266ba-0b3d-4d78-9c0c-3f8060328c5c" providerId="ADAL" clId="{3C1B581F-F628-44FF-A308-816DA856AC92}" dt="2026-06-05T23:49:11.422" v="14"/>
          <ac:picMkLst>
            <pc:docMk/>
            <pc:sldMk cId="0" sldId="259"/>
            <ac:picMk id="9" creationId="{1251D193-93FE-CBD8-C7CC-B1974EE102E5}"/>
          </ac:picMkLst>
        </pc:picChg>
      </pc:sldChg>
      <pc:sldChg chg="addSp delSp modSp mod">
        <pc:chgData name="Lucy Grande" userId="7ad266ba-0b3d-4d78-9c0c-3f8060328c5c" providerId="ADAL" clId="{3C1B581F-F628-44FF-A308-816DA856AC92}" dt="2026-06-05T23:49:49.356" v="29" actId="14100"/>
        <pc:sldMkLst>
          <pc:docMk/>
          <pc:sldMk cId="0" sldId="260"/>
        </pc:sldMkLst>
        <pc:spChg chg="mod">
          <ac:chgData name="Lucy Grande" userId="7ad266ba-0b3d-4d78-9c0c-3f8060328c5c" providerId="ADAL" clId="{3C1B581F-F628-44FF-A308-816DA856AC92}" dt="2026-06-05T23:49:49.356" v="29" actId="14100"/>
          <ac:spMkLst>
            <pc:docMk/>
            <pc:sldMk cId="0" sldId="260"/>
            <ac:spMk id="5" creationId="{00000000-0000-0000-0000-000000000000}"/>
          </ac:spMkLst>
        </pc:spChg>
        <pc:picChg chg="del">
          <ac:chgData name="Lucy Grande" userId="7ad266ba-0b3d-4d78-9c0c-3f8060328c5c" providerId="ADAL" clId="{3C1B581F-F628-44FF-A308-816DA856AC92}" dt="2026-06-05T23:49:36.155" v="23" actId="478"/>
          <ac:picMkLst>
            <pc:docMk/>
            <pc:sldMk cId="0" sldId="260"/>
            <ac:picMk id="6" creationId="{00000000-0000-0000-0000-000000000000}"/>
          </ac:picMkLst>
        </pc:picChg>
        <pc:picChg chg="add mod">
          <ac:chgData name="Lucy Grande" userId="7ad266ba-0b3d-4d78-9c0c-3f8060328c5c" providerId="ADAL" clId="{3C1B581F-F628-44FF-A308-816DA856AC92}" dt="2026-06-05T23:49:40.086" v="24"/>
          <ac:picMkLst>
            <pc:docMk/>
            <pc:sldMk cId="0" sldId="260"/>
            <ac:picMk id="8" creationId="{B0CD1B64-EC3A-5A82-47CE-816493CEC308}"/>
          </ac:picMkLst>
        </pc:picChg>
      </pc:sldChg>
      <pc:sldChg chg="addSp delSp modSp mod">
        <pc:chgData name="Lucy Grande" userId="7ad266ba-0b3d-4d78-9c0c-3f8060328c5c" providerId="ADAL" clId="{3C1B581F-F628-44FF-A308-816DA856AC92}" dt="2026-06-05T23:50:04.574" v="36" actId="255"/>
        <pc:sldMkLst>
          <pc:docMk/>
          <pc:sldMk cId="0" sldId="261"/>
        </pc:sldMkLst>
        <pc:spChg chg="mod">
          <ac:chgData name="Lucy Grande" userId="7ad266ba-0b3d-4d78-9c0c-3f8060328c5c" providerId="ADAL" clId="{3C1B581F-F628-44FF-A308-816DA856AC92}" dt="2026-06-05T23:50:04.574" v="36" actId="255"/>
          <ac:spMkLst>
            <pc:docMk/>
            <pc:sldMk cId="0" sldId="261"/>
            <ac:spMk id="5" creationId="{00000000-0000-0000-0000-000000000000}"/>
          </ac:spMkLst>
        </pc:spChg>
        <pc:picChg chg="del">
          <ac:chgData name="Lucy Grande" userId="7ad266ba-0b3d-4d78-9c0c-3f8060328c5c" providerId="ADAL" clId="{3C1B581F-F628-44FF-A308-816DA856AC92}" dt="2026-06-05T23:49:53.232" v="30" actId="478"/>
          <ac:picMkLst>
            <pc:docMk/>
            <pc:sldMk cId="0" sldId="261"/>
            <ac:picMk id="6" creationId="{00000000-0000-0000-0000-000000000000}"/>
          </ac:picMkLst>
        </pc:picChg>
        <pc:picChg chg="add mod">
          <ac:chgData name="Lucy Grande" userId="7ad266ba-0b3d-4d78-9c0c-3f8060328c5c" providerId="ADAL" clId="{3C1B581F-F628-44FF-A308-816DA856AC92}" dt="2026-06-05T23:49:59.078" v="33" actId="167"/>
          <ac:picMkLst>
            <pc:docMk/>
            <pc:sldMk cId="0" sldId="261"/>
            <ac:picMk id="8" creationId="{2BFFD1AB-0AAB-71F7-7506-0B7743744EC3}"/>
          </ac:picMkLst>
        </pc:picChg>
      </pc:sldChg>
      <pc:sldChg chg="modSp mod">
        <pc:chgData name="Lucy Grande" userId="7ad266ba-0b3d-4d78-9c0c-3f8060328c5c" providerId="ADAL" clId="{3C1B581F-F628-44FF-A308-816DA856AC92}" dt="2026-06-05T23:51:06.062" v="50" actId="20577"/>
        <pc:sldMkLst>
          <pc:docMk/>
          <pc:sldMk cId="0" sldId="262"/>
        </pc:sldMkLst>
        <pc:spChg chg="mod">
          <ac:chgData name="Lucy Grande" userId="7ad266ba-0b3d-4d78-9c0c-3f8060328c5c" providerId="ADAL" clId="{3C1B581F-F628-44FF-A308-816DA856AC92}" dt="2026-06-05T23:51:06.062" v="50" actId="20577"/>
          <ac:spMkLst>
            <pc:docMk/>
            <pc:sldMk cId="0" sldId="262"/>
            <ac:spMk id="4" creationId="{00000000-0000-0000-0000-000000000000}"/>
          </ac:spMkLst>
        </pc:spChg>
      </pc:sldChg>
      <pc:sldChg chg="modSp mod">
        <pc:chgData name="Lucy Grande" userId="7ad266ba-0b3d-4d78-9c0c-3f8060328c5c" providerId="ADAL" clId="{3C1B581F-F628-44FF-A308-816DA856AC92}" dt="2026-06-05T23:51:27.426" v="51" actId="20577"/>
        <pc:sldMkLst>
          <pc:docMk/>
          <pc:sldMk cId="0" sldId="263"/>
        </pc:sldMkLst>
        <pc:spChg chg="mod">
          <ac:chgData name="Lucy Grande" userId="7ad266ba-0b3d-4d78-9c0c-3f8060328c5c" providerId="ADAL" clId="{3C1B581F-F628-44FF-A308-816DA856AC92}" dt="2026-06-05T23:51:27.426" v="51" actId="20577"/>
          <ac:spMkLst>
            <pc:docMk/>
            <pc:sldMk cId="0" sldId="263"/>
            <ac:spMk id="4" creationId="{00000000-0000-0000-0000-000000000000}"/>
          </ac:spMkLst>
        </pc:spChg>
      </pc:sldChg>
      <pc:sldChg chg="addSp delSp modSp mod">
        <pc:chgData name="Lucy Grande" userId="7ad266ba-0b3d-4d78-9c0c-3f8060328c5c" providerId="ADAL" clId="{3C1B581F-F628-44FF-A308-816DA856AC92}" dt="2026-06-05T23:50:39.486" v="47" actId="1076"/>
        <pc:sldMkLst>
          <pc:docMk/>
          <pc:sldMk cId="0" sldId="264"/>
        </pc:sldMkLst>
        <pc:spChg chg="del">
          <ac:chgData name="Lucy Grande" userId="7ad266ba-0b3d-4d78-9c0c-3f8060328c5c" providerId="ADAL" clId="{3C1B581F-F628-44FF-A308-816DA856AC92}" dt="2026-06-05T23:50:13.194" v="39" actId="478"/>
          <ac:spMkLst>
            <pc:docMk/>
            <pc:sldMk cId="0" sldId="264"/>
            <ac:spMk id="2" creationId="{00000000-0000-0000-0000-000000000000}"/>
          </ac:spMkLst>
        </pc:spChg>
        <pc:spChg chg="mod">
          <ac:chgData name="Lucy Grande" userId="7ad266ba-0b3d-4d78-9c0c-3f8060328c5c" providerId="ADAL" clId="{3C1B581F-F628-44FF-A308-816DA856AC92}" dt="2026-06-05T23:50:36.816" v="46" actId="1076"/>
          <ac:spMkLst>
            <pc:docMk/>
            <pc:sldMk cId="0" sldId="264"/>
            <ac:spMk id="3" creationId="{00000000-0000-0000-0000-000000000000}"/>
          </ac:spMkLst>
        </pc:spChg>
        <pc:spChg chg="del">
          <ac:chgData name="Lucy Grande" userId="7ad266ba-0b3d-4d78-9c0c-3f8060328c5c" providerId="ADAL" clId="{3C1B581F-F628-44FF-A308-816DA856AC92}" dt="2026-06-05T23:50:12.334" v="38" actId="478"/>
          <ac:spMkLst>
            <pc:docMk/>
            <pc:sldMk cId="0" sldId="264"/>
            <ac:spMk id="4" creationId="{00000000-0000-0000-0000-000000000000}"/>
          </ac:spMkLst>
        </pc:spChg>
        <pc:spChg chg="mod">
          <ac:chgData name="Lucy Grande" userId="7ad266ba-0b3d-4d78-9c0c-3f8060328c5c" providerId="ADAL" clId="{3C1B581F-F628-44FF-A308-816DA856AC92}" dt="2026-06-05T23:50:39.486" v="47" actId="1076"/>
          <ac:spMkLst>
            <pc:docMk/>
            <pc:sldMk cId="0" sldId="264"/>
            <ac:spMk id="5" creationId="{00000000-0000-0000-0000-000000000000}"/>
          </ac:spMkLst>
        </pc:spChg>
        <pc:picChg chg="del">
          <ac:chgData name="Lucy Grande" userId="7ad266ba-0b3d-4d78-9c0c-3f8060328c5c" providerId="ADAL" clId="{3C1B581F-F628-44FF-A308-816DA856AC92}" dt="2026-06-05T23:50:10.715" v="37" actId="478"/>
          <ac:picMkLst>
            <pc:docMk/>
            <pc:sldMk cId="0" sldId="264"/>
            <ac:picMk id="6" creationId="{00000000-0000-0000-0000-000000000000}"/>
          </ac:picMkLst>
        </pc:picChg>
        <pc:picChg chg="add mod ord">
          <ac:chgData name="Lucy Grande" userId="7ad266ba-0b3d-4d78-9c0c-3f8060328c5c" providerId="ADAL" clId="{3C1B581F-F628-44FF-A308-816DA856AC92}" dt="2026-06-05T23:50:24.233" v="41" actId="167"/>
          <ac:picMkLst>
            <pc:docMk/>
            <pc:sldMk cId="0" sldId="264"/>
            <ac:picMk id="8" creationId="{84552E70-D25A-57BF-1BF3-CA1070EB5223}"/>
          </ac:picMkLst>
        </pc:picChg>
      </pc:sldChg>
      <pc:sldChg chg="modSp mod">
        <pc:chgData name="Lucy Grande" userId="7ad266ba-0b3d-4d78-9c0c-3f8060328c5c" providerId="ADAL" clId="{3C1B581F-F628-44FF-A308-816DA856AC92}" dt="2026-06-05T23:52:09.139" v="55" actId="1076"/>
        <pc:sldMkLst>
          <pc:docMk/>
          <pc:sldMk cId="0" sldId="265"/>
        </pc:sldMkLst>
        <pc:spChg chg="mod">
          <ac:chgData name="Lucy Grande" userId="7ad266ba-0b3d-4d78-9c0c-3f8060328c5c" providerId="ADAL" clId="{3C1B581F-F628-44FF-A308-816DA856AC92}" dt="2026-06-05T23:52:05.040" v="54" actId="1076"/>
          <ac:spMkLst>
            <pc:docMk/>
            <pc:sldMk cId="0" sldId="265"/>
            <ac:spMk id="5" creationId="{00000000-0000-0000-0000-000000000000}"/>
          </ac:spMkLst>
        </pc:spChg>
        <pc:spChg chg="mod">
          <ac:chgData name="Lucy Grande" userId="7ad266ba-0b3d-4d78-9c0c-3f8060328c5c" providerId="ADAL" clId="{3C1B581F-F628-44FF-A308-816DA856AC92}" dt="2026-06-05T23:52:09.139" v="55" actId="1076"/>
          <ac:spMkLst>
            <pc:docMk/>
            <pc:sldMk cId="0" sldId="265"/>
            <ac:spMk id="7" creationId="{00000000-0000-0000-0000-000000000000}"/>
          </ac:spMkLst>
        </pc:spChg>
      </pc:sldChg>
      <pc:sldChg chg="modSp mod">
        <pc:chgData name="Lucy Grande" userId="7ad266ba-0b3d-4d78-9c0c-3f8060328c5c" providerId="ADAL" clId="{3C1B581F-F628-44FF-A308-816DA856AC92}" dt="2026-06-05T23:52:20.281" v="56" actId="123"/>
        <pc:sldMkLst>
          <pc:docMk/>
          <pc:sldMk cId="0" sldId="266"/>
        </pc:sldMkLst>
        <pc:spChg chg="mod">
          <ac:chgData name="Lucy Grande" userId="7ad266ba-0b3d-4d78-9c0c-3f8060328c5c" providerId="ADAL" clId="{3C1B581F-F628-44FF-A308-816DA856AC92}" dt="2026-06-05T23:52:20.281" v="56" actId="123"/>
          <ac:spMkLst>
            <pc:docMk/>
            <pc:sldMk cId="0" sldId="266"/>
            <ac:spMk id="6" creationId="{00000000-0000-0000-0000-000000000000}"/>
          </ac:spMkLst>
        </pc:spChg>
      </pc:sldChg>
      <pc:sldChg chg="modSp mod">
        <pc:chgData name="Lucy Grande" userId="7ad266ba-0b3d-4d78-9c0c-3f8060328c5c" providerId="ADAL" clId="{3C1B581F-F628-44FF-A308-816DA856AC92}" dt="2026-06-05T23:52:37.482" v="60" actId="1076"/>
        <pc:sldMkLst>
          <pc:docMk/>
          <pc:sldMk cId="0" sldId="267"/>
        </pc:sldMkLst>
        <pc:spChg chg="mod">
          <ac:chgData name="Lucy Grande" userId="7ad266ba-0b3d-4d78-9c0c-3f8060328c5c" providerId="ADAL" clId="{3C1B581F-F628-44FF-A308-816DA856AC92}" dt="2026-06-05T23:52:37.482" v="60" actId="1076"/>
          <ac:spMkLst>
            <pc:docMk/>
            <pc:sldMk cId="0" sldId="267"/>
            <ac:spMk id="6" creationId="{00000000-0000-0000-0000-000000000000}"/>
          </ac:spMkLst>
        </pc:spChg>
      </pc:sldChg>
      <pc:sldChg chg="modSp mod">
        <pc:chgData name="Lucy Grande" userId="7ad266ba-0b3d-4d78-9c0c-3f8060328c5c" providerId="ADAL" clId="{3C1B581F-F628-44FF-A308-816DA856AC92}" dt="2026-06-05T23:52:57.924" v="62" actId="14734"/>
        <pc:sldMkLst>
          <pc:docMk/>
          <pc:sldMk cId="0" sldId="270"/>
        </pc:sldMkLst>
        <pc:graphicFrameChg chg="modGraphic">
          <ac:chgData name="Lucy Grande" userId="7ad266ba-0b3d-4d78-9c0c-3f8060328c5c" providerId="ADAL" clId="{3C1B581F-F628-44FF-A308-816DA856AC92}" dt="2026-06-05T23:52:57.924" v="62" actId="14734"/>
          <ac:graphicFrameMkLst>
            <pc:docMk/>
            <pc:sldMk cId="0" sldId="270"/>
            <ac:graphicFrameMk id="5" creationId="{00000000-0000-0000-0000-000000000000}"/>
          </ac:graphicFrameMkLst>
        </pc:graphicFrameChg>
      </pc:sldChg>
      <pc:sldChg chg="modSp mod">
        <pc:chgData name="Lucy Grande" userId="7ad266ba-0b3d-4d78-9c0c-3f8060328c5c" providerId="ADAL" clId="{3C1B581F-F628-44FF-A308-816DA856AC92}" dt="2026-06-05T23:53:26.958" v="64" actId="123"/>
        <pc:sldMkLst>
          <pc:docMk/>
          <pc:sldMk cId="0" sldId="276"/>
        </pc:sldMkLst>
        <pc:spChg chg="mod">
          <ac:chgData name="Lucy Grande" userId="7ad266ba-0b3d-4d78-9c0c-3f8060328c5c" providerId="ADAL" clId="{3C1B581F-F628-44FF-A308-816DA856AC92}" dt="2026-06-05T23:53:16.904" v="63" actId="1076"/>
          <ac:spMkLst>
            <pc:docMk/>
            <pc:sldMk cId="0" sldId="276"/>
            <ac:spMk id="3" creationId="{00000000-0000-0000-0000-000000000000}"/>
          </ac:spMkLst>
        </pc:spChg>
        <pc:spChg chg="mod">
          <ac:chgData name="Lucy Grande" userId="7ad266ba-0b3d-4d78-9c0c-3f8060328c5c" providerId="ADAL" clId="{3C1B581F-F628-44FF-A308-816DA856AC92}" dt="2026-06-05T23:53:26.958" v="64" actId="123"/>
          <ac:spMkLst>
            <pc:docMk/>
            <pc:sldMk cId="0" sldId="276"/>
            <ac:spMk id="6" creationId="{00000000-0000-0000-0000-000000000000}"/>
          </ac:spMkLst>
        </pc:spChg>
      </pc:sldChg>
      <pc:sldChg chg="modSp mod">
        <pc:chgData name="Lucy Grande" userId="7ad266ba-0b3d-4d78-9c0c-3f8060328c5c" providerId="ADAL" clId="{3C1B581F-F628-44FF-A308-816DA856AC92}" dt="2026-06-05T23:53:44.963" v="66" actId="1076"/>
        <pc:sldMkLst>
          <pc:docMk/>
          <pc:sldMk cId="0" sldId="278"/>
        </pc:sldMkLst>
        <pc:spChg chg="mod">
          <ac:chgData name="Lucy Grande" userId="7ad266ba-0b3d-4d78-9c0c-3f8060328c5c" providerId="ADAL" clId="{3C1B581F-F628-44FF-A308-816DA856AC92}" dt="2026-06-05T23:53:44.963" v="66" actId="1076"/>
          <ac:spMkLst>
            <pc:docMk/>
            <pc:sldMk cId="0" sldId="278"/>
            <ac:spMk id="6" creationId="{00000000-0000-0000-0000-000000000000}"/>
          </ac:spMkLst>
        </pc:spChg>
        <pc:graphicFrameChg chg="modGraphic">
          <ac:chgData name="Lucy Grande" userId="7ad266ba-0b3d-4d78-9c0c-3f8060328c5c" providerId="ADAL" clId="{3C1B581F-F628-44FF-A308-816DA856AC92}" dt="2026-06-05T23:53:42.101" v="65" actId="255"/>
          <ac:graphicFrameMkLst>
            <pc:docMk/>
            <pc:sldMk cId="0" sldId="278"/>
            <ac:graphicFrameMk id="5" creationId="{00000000-0000-0000-0000-000000000000}"/>
          </ac:graphicFrameMkLst>
        </pc:graphicFrameChg>
      </pc:sldChg>
      <pc:sldChg chg="modSp mod">
        <pc:chgData name="Lucy Grande" userId="7ad266ba-0b3d-4d78-9c0c-3f8060328c5c" providerId="ADAL" clId="{3C1B581F-F628-44FF-A308-816DA856AC92}" dt="2026-06-05T23:54:08.226" v="71" actId="1076"/>
        <pc:sldMkLst>
          <pc:docMk/>
          <pc:sldMk cId="0" sldId="282"/>
        </pc:sldMkLst>
        <pc:graphicFrameChg chg="mod modGraphic">
          <ac:chgData name="Lucy Grande" userId="7ad266ba-0b3d-4d78-9c0c-3f8060328c5c" providerId="ADAL" clId="{3C1B581F-F628-44FF-A308-816DA856AC92}" dt="2026-06-05T23:54:08.226" v="71" actId="1076"/>
          <ac:graphicFrameMkLst>
            <pc:docMk/>
            <pc:sldMk cId="0" sldId="282"/>
            <ac:graphicFrameMk id="5" creationId="{00000000-0000-0000-0000-000000000000}"/>
          </ac:graphicFrameMkLst>
        </pc:graphicFrameChg>
      </pc:sldChg>
      <pc:sldChg chg="modSp mod">
        <pc:chgData name="Lucy Grande" userId="7ad266ba-0b3d-4d78-9c0c-3f8060328c5c" providerId="ADAL" clId="{3C1B581F-F628-44FF-A308-816DA856AC92}" dt="2026-06-05T23:54:50.846" v="72" actId="123"/>
        <pc:sldMkLst>
          <pc:docMk/>
          <pc:sldMk cId="0" sldId="289"/>
        </pc:sldMkLst>
        <pc:spChg chg="mod">
          <ac:chgData name="Lucy Grande" userId="7ad266ba-0b3d-4d78-9c0c-3f8060328c5c" providerId="ADAL" clId="{3C1B581F-F628-44FF-A308-816DA856AC92}" dt="2026-06-05T23:54:50.846" v="72" actId="123"/>
          <ac:spMkLst>
            <pc:docMk/>
            <pc:sldMk cId="0" sldId="289"/>
            <ac:spMk id="6" creationId="{00000000-0000-0000-0000-000000000000}"/>
          </ac:spMkLst>
        </pc:spChg>
      </pc:sldChg>
      <pc:sldChg chg="modSp mod">
        <pc:chgData name="Lucy Grande" userId="7ad266ba-0b3d-4d78-9c0c-3f8060328c5c" providerId="ADAL" clId="{3C1B581F-F628-44FF-A308-816DA856AC92}" dt="2026-06-05T23:56:39.794" v="81" actId="1076"/>
        <pc:sldMkLst>
          <pc:docMk/>
          <pc:sldMk cId="0" sldId="316"/>
        </pc:sldMkLst>
        <pc:spChg chg="mod">
          <ac:chgData name="Lucy Grande" userId="7ad266ba-0b3d-4d78-9c0c-3f8060328c5c" providerId="ADAL" clId="{3C1B581F-F628-44FF-A308-816DA856AC92}" dt="2026-06-05T23:56:39.794" v="81" actId="1076"/>
          <ac:spMkLst>
            <pc:docMk/>
            <pc:sldMk cId="0" sldId="316"/>
            <ac:spMk id="3" creationId="{00000000-0000-0000-0000-000000000000}"/>
          </ac:spMkLst>
        </pc:spChg>
      </pc:sldChg>
      <pc:sldChg chg="modSp mod">
        <pc:chgData name="Lucy Grande" userId="7ad266ba-0b3d-4d78-9c0c-3f8060328c5c" providerId="ADAL" clId="{3C1B581F-F628-44FF-A308-816DA856AC92}" dt="2026-06-06T00:49:25.194" v="868" actId="123"/>
        <pc:sldMkLst>
          <pc:docMk/>
          <pc:sldMk cId="0" sldId="317"/>
        </pc:sldMkLst>
        <pc:spChg chg="mod">
          <ac:chgData name="Lucy Grande" userId="7ad266ba-0b3d-4d78-9c0c-3f8060328c5c" providerId="ADAL" clId="{3C1B581F-F628-44FF-A308-816DA856AC92}" dt="2026-06-06T00:01:01.649" v="129" actId="20577"/>
          <ac:spMkLst>
            <pc:docMk/>
            <pc:sldMk cId="0" sldId="317"/>
            <ac:spMk id="3" creationId="{00000000-0000-0000-0000-000000000000}"/>
          </ac:spMkLst>
        </pc:spChg>
        <pc:spChg chg="mod">
          <ac:chgData name="Lucy Grande" userId="7ad266ba-0b3d-4d78-9c0c-3f8060328c5c" providerId="ADAL" clId="{3C1B581F-F628-44FF-A308-816DA856AC92}" dt="2026-06-06T00:49:25.194" v="868" actId="123"/>
          <ac:spMkLst>
            <pc:docMk/>
            <pc:sldMk cId="0" sldId="317"/>
            <ac:spMk id="6" creationId="{00000000-0000-0000-0000-000000000000}"/>
          </ac:spMkLst>
        </pc:spChg>
      </pc:sldChg>
      <pc:sldChg chg="addSp modSp">
        <pc:chgData name="Lucy Grande" userId="7ad266ba-0b3d-4d78-9c0c-3f8060328c5c" providerId="ADAL" clId="{3C1B581F-F628-44FF-A308-816DA856AC92}" dt="2026-06-06T00:49:00.551" v="859"/>
        <pc:sldMkLst>
          <pc:docMk/>
          <pc:sldMk cId="0" sldId="318"/>
        </pc:sldMkLst>
        <pc:spChg chg="add mod">
          <ac:chgData name="Lucy Grande" userId="7ad266ba-0b3d-4d78-9c0c-3f8060328c5c" providerId="ADAL" clId="{3C1B581F-F628-44FF-A308-816DA856AC92}" dt="2026-06-06T00:49:00.551" v="859"/>
          <ac:spMkLst>
            <pc:docMk/>
            <pc:sldMk cId="0" sldId="318"/>
            <ac:spMk id="7" creationId="{B4A6BD75-B7F3-0ACF-4A0C-D1E9B50E3F30}"/>
          </ac:spMkLst>
        </pc:spChg>
      </pc:sldChg>
      <pc:sldChg chg="modSp mod">
        <pc:chgData name="Lucy Grande" userId="7ad266ba-0b3d-4d78-9c0c-3f8060328c5c" providerId="ADAL" clId="{3C1B581F-F628-44FF-A308-816DA856AC92}" dt="2026-06-06T00:49:21.663" v="867" actId="123"/>
        <pc:sldMkLst>
          <pc:docMk/>
          <pc:sldMk cId="0" sldId="319"/>
        </pc:sldMkLst>
        <pc:spChg chg="mod">
          <ac:chgData name="Lucy Grande" userId="7ad266ba-0b3d-4d78-9c0c-3f8060328c5c" providerId="ADAL" clId="{3C1B581F-F628-44FF-A308-816DA856AC92}" dt="2026-06-06T00:02:14.126" v="151" actId="1076"/>
          <ac:spMkLst>
            <pc:docMk/>
            <pc:sldMk cId="0" sldId="319"/>
            <ac:spMk id="3" creationId="{00000000-0000-0000-0000-000000000000}"/>
          </ac:spMkLst>
        </pc:spChg>
        <pc:spChg chg="mod">
          <ac:chgData name="Lucy Grande" userId="7ad266ba-0b3d-4d78-9c0c-3f8060328c5c" providerId="ADAL" clId="{3C1B581F-F628-44FF-A308-816DA856AC92}" dt="2026-06-06T00:49:21.663" v="867" actId="123"/>
          <ac:spMkLst>
            <pc:docMk/>
            <pc:sldMk cId="0" sldId="319"/>
            <ac:spMk id="6" creationId="{00000000-0000-0000-0000-000000000000}"/>
          </ac:spMkLst>
        </pc:spChg>
      </pc:sldChg>
      <pc:sldChg chg="addSp modSp">
        <pc:chgData name="Lucy Grande" userId="7ad266ba-0b3d-4d78-9c0c-3f8060328c5c" providerId="ADAL" clId="{3C1B581F-F628-44FF-A308-816DA856AC92}" dt="2026-06-06T00:49:02.393" v="860"/>
        <pc:sldMkLst>
          <pc:docMk/>
          <pc:sldMk cId="0" sldId="320"/>
        </pc:sldMkLst>
        <pc:spChg chg="add mod">
          <ac:chgData name="Lucy Grande" userId="7ad266ba-0b3d-4d78-9c0c-3f8060328c5c" providerId="ADAL" clId="{3C1B581F-F628-44FF-A308-816DA856AC92}" dt="2026-06-06T00:49:02.393" v="860"/>
          <ac:spMkLst>
            <pc:docMk/>
            <pc:sldMk cId="0" sldId="320"/>
            <ac:spMk id="7" creationId="{62A36840-5551-EDD4-FAD8-940CDC8606BA}"/>
          </ac:spMkLst>
        </pc:spChg>
      </pc:sldChg>
      <pc:sldChg chg="modSp mod">
        <pc:chgData name="Lucy Grande" userId="7ad266ba-0b3d-4d78-9c0c-3f8060328c5c" providerId="ADAL" clId="{3C1B581F-F628-44FF-A308-816DA856AC92}" dt="2026-06-06T00:02:54.475" v="162" actId="1076"/>
        <pc:sldMkLst>
          <pc:docMk/>
          <pc:sldMk cId="0" sldId="321"/>
        </pc:sldMkLst>
        <pc:spChg chg="mod">
          <ac:chgData name="Lucy Grande" userId="7ad266ba-0b3d-4d78-9c0c-3f8060328c5c" providerId="ADAL" clId="{3C1B581F-F628-44FF-A308-816DA856AC92}" dt="2026-06-06T00:02:54.475" v="162" actId="1076"/>
          <ac:spMkLst>
            <pc:docMk/>
            <pc:sldMk cId="0" sldId="321"/>
            <ac:spMk id="6" creationId="{00000000-0000-0000-0000-000000000000}"/>
          </ac:spMkLst>
        </pc:spChg>
      </pc:sldChg>
      <pc:sldChg chg="modSp mod">
        <pc:chgData name="Lucy Grande" userId="7ad266ba-0b3d-4d78-9c0c-3f8060328c5c" providerId="ADAL" clId="{3C1B581F-F628-44FF-A308-816DA856AC92}" dt="2026-06-06T00:07:37.336" v="168" actId="14100"/>
        <pc:sldMkLst>
          <pc:docMk/>
          <pc:sldMk cId="0" sldId="369"/>
        </pc:sldMkLst>
        <pc:spChg chg="mod">
          <ac:chgData name="Lucy Grande" userId="7ad266ba-0b3d-4d78-9c0c-3f8060328c5c" providerId="ADAL" clId="{3C1B581F-F628-44FF-A308-816DA856AC92}" dt="2026-06-06T00:07:37.336" v="168" actId="14100"/>
          <ac:spMkLst>
            <pc:docMk/>
            <pc:sldMk cId="0" sldId="369"/>
            <ac:spMk id="3" creationId="{00000000-0000-0000-0000-000000000000}"/>
          </ac:spMkLst>
        </pc:spChg>
      </pc:sldChg>
      <pc:sldChg chg="modSp mod">
        <pc:chgData name="Lucy Grande" userId="7ad266ba-0b3d-4d78-9c0c-3f8060328c5c" providerId="ADAL" clId="{3C1B581F-F628-44FF-A308-816DA856AC92}" dt="2026-06-06T00:50:02.383" v="871" actId="20577"/>
        <pc:sldMkLst>
          <pc:docMk/>
          <pc:sldMk cId="0" sldId="370"/>
        </pc:sldMkLst>
        <pc:spChg chg="mod">
          <ac:chgData name="Lucy Grande" userId="7ad266ba-0b3d-4d78-9c0c-3f8060328c5c" providerId="ADAL" clId="{3C1B581F-F628-44FF-A308-816DA856AC92}" dt="2026-06-06T00:08:24.598" v="188" actId="1076"/>
          <ac:spMkLst>
            <pc:docMk/>
            <pc:sldMk cId="0" sldId="370"/>
            <ac:spMk id="3" creationId="{00000000-0000-0000-0000-000000000000}"/>
          </ac:spMkLst>
        </pc:spChg>
        <pc:spChg chg="mod">
          <ac:chgData name="Lucy Grande" userId="7ad266ba-0b3d-4d78-9c0c-3f8060328c5c" providerId="ADAL" clId="{3C1B581F-F628-44FF-A308-816DA856AC92}" dt="2026-06-06T00:50:02.383" v="871" actId="20577"/>
          <ac:spMkLst>
            <pc:docMk/>
            <pc:sldMk cId="0" sldId="370"/>
            <ac:spMk id="6" creationId="{00000000-0000-0000-0000-000000000000}"/>
          </ac:spMkLst>
        </pc:spChg>
      </pc:sldChg>
      <pc:sldChg chg="addSp delSp modSp mod">
        <pc:chgData name="Lucy Grande" userId="7ad266ba-0b3d-4d78-9c0c-3f8060328c5c" providerId="ADAL" clId="{3C1B581F-F628-44FF-A308-816DA856AC92}" dt="2026-06-06T00:14:50.346" v="293" actId="20577"/>
        <pc:sldMkLst>
          <pc:docMk/>
          <pc:sldMk cId="0" sldId="371"/>
        </pc:sldMkLst>
        <pc:spChg chg="add del mod">
          <ac:chgData name="Lucy Grande" userId="7ad266ba-0b3d-4d78-9c0c-3f8060328c5c" providerId="ADAL" clId="{3C1B581F-F628-44FF-A308-816DA856AC92}" dt="2026-06-06T00:12:37.680" v="222" actId="478"/>
          <ac:spMkLst>
            <pc:docMk/>
            <pc:sldMk cId="0" sldId="371"/>
            <ac:spMk id="7" creationId="{DD36A590-6B61-AB3F-484D-2A64893E9681}"/>
          </ac:spMkLst>
        </pc:spChg>
        <pc:spChg chg="add del mod">
          <ac:chgData name="Lucy Grande" userId="7ad266ba-0b3d-4d78-9c0c-3f8060328c5c" providerId="ADAL" clId="{3C1B581F-F628-44FF-A308-816DA856AC92}" dt="2026-06-06T00:13:24.539" v="228" actId="478"/>
          <ac:spMkLst>
            <pc:docMk/>
            <pc:sldMk cId="0" sldId="371"/>
            <ac:spMk id="8" creationId="{632B73DF-8FBF-22DA-B108-CBA00AD2F3E9}"/>
          </ac:spMkLst>
        </pc:spChg>
        <pc:spChg chg="add mod">
          <ac:chgData name="Lucy Grande" userId="7ad266ba-0b3d-4d78-9c0c-3f8060328c5c" providerId="ADAL" clId="{3C1B581F-F628-44FF-A308-816DA856AC92}" dt="2026-06-06T00:12:49.354" v="226"/>
          <ac:spMkLst>
            <pc:docMk/>
            <pc:sldMk cId="0" sldId="371"/>
            <ac:spMk id="9" creationId="{9C7C9745-48DD-F4D6-7274-65CB183454AF}"/>
          </ac:spMkLst>
        </pc:spChg>
        <pc:spChg chg="add mod">
          <ac:chgData name="Lucy Grande" userId="7ad266ba-0b3d-4d78-9c0c-3f8060328c5c" providerId="ADAL" clId="{3C1B581F-F628-44FF-A308-816DA856AC92}" dt="2026-06-06T00:14:50.346" v="293" actId="20577"/>
          <ac:spMkLst>
            <pc:docMk/>
            <pc:sldMk cId="0" sldId="371"/>
            <ac:spMk id="10" creationId="{19671309-7B86-6B6E-8852-67E4F3F0CFD0}"/>
          </ac:spMkLst>
        </pc:spChg>
      </pc:sldChg>
      <pc:sldChg chg="modSp mod">
        <pc:chgData name="Lucy Grande" userId="7ad266ba-0b3d-4d78-9c0c-3f8060328c5c" providerId="ADAL" clId="{3C1B581F-F628-44FF-A308-816DA856AC92}" dt="2026-06-06T00:50:10.895" v="875" actId="20577"/>
        <pc:sldMkLst>
          <pc:docMk/>
          <pc:sldMk cId="0" sldId="372"/>
        </pc:sldMkLst>
        <pc:spChg chg="mod">
          <ac:chgData name="Lucy Grande" userId="7ad266ba-0b3d-4d78-9c0c-3f8060328c5c" providerId="ADAL" clId="{3C1B581F-F628-44FF-A308-816DA856AC92}" dt="2026-06-06T00:16:26.732" v="302" actId="1076"/>
          <ac:spMkLst>
            <pc:docMk/>
            <pc:sldMk cId="0" sldId="372"/>
            <ac:spMk id="3" creationId="{00000000-0000-0000-0000-000000000000}"/>
          </ac:spMkLst>
        </pc:spChg>
        <pc:spChg chg="mod">
          <ac:chgData name="Lucy Grande" userId="7ad266ba-0b3d-4d78-9c0c-3f8060328c5c" providerId="ADAL" clId="{3C1B581F-F628-44FF-A308-816DA856AC92}" dt="2026-06-06T00:50:10.895" v="875" actId="20577"/>
          <ac:spMkLst>
            <pc:docMk/>
            <pc:sldMk cId="0" sldId="372"/>
            <ac:spMk id="6" creationId="{00000000-0000-0000-0000-000000000000}"/>
          </ac:spMkLst>
        </pc:spChg>
      </pc:sldChg>
      <pc:sldChg chg="addSp modSp">
        <pc:chgData name="Lucy Grande" userId="7ad266ba-0b3d-4d78-9c0c-3f8060328c5c" providerId="ADAL" clId="{3C1B581F-F628-44FF-A308-816DA856AC92}" dt="2026-06-06T00:15:07.651" v="294"/>
        <pc:sldMkLst>
          <pc:docMk/>
          <pc:sldMk cId="0" sldId="373"/>
        </pc:sldMkLst>
        <pc:spChg chg="add mod">
          <ac:chgData name="Lucy Grande" userId="7ad266ba-0b3d-4d78-9c0c-3f8060328c5c" providerId="ADAL" clId="{3C1B581F-F628-44FF-A308-816DA856AC92}" dt="2026-06-06T00:15:07.651" v="294"/>
          <ac:spMkLst>
            <pc:docMk/>
            <pc:sldMk cId="0" sldId="373"/>
            <ac:spMk id="7" creationId="{2CB26D37-6255-2568-C4B4-3CCCA8A598D2}"/>
          </ac:spMkLst>
        </pc:spChg>
      </pc:sldChg>
      <pc:sldChg chg="modSp mod">
        <pc:chgData name="Lucy Grande" userId="7ad266ba-0b3d-4d78-9c0c-3f8060328c5c" providerId="ADAL" clId="{3C1B581F-F628-44FF-A308-816DA856AC92}" dt="2026-06-06T00:16:46.462" v="306" actId="123"/>
        <pc:sldMkLst>
          <pc:docMk/>
          <pc:sldMk cId="0" sldId="375"/>
        </pc:sldMkLst>
        <pc:spChg chg="mod">
          <ac:chgData name="Lucy Grande" userId="7ad266ba-0b3d-4d78-9c0c-3f8060328c5c" providerId="ADAL" clId="{3C1B581F-F628-44FF-A308-816DA856AC92}" dt="2026-06-06T00:16:43.747" v="304" actId="1076"/>
          <ac:spMkLst>
            <pc:docMk/>
            <pc:sldMk cId="0" sldId="375"/>
            <ac:spMk id="5" creationId="{00000000-0000-0000-0000-000000000000}"/>
          </ac:spMkLst>
        </pc:spChg>
        <pc:spChg chg="mod">
          <ac:chgData name="Lucy Grande" userId="7ad266ba-0b3d-4d78-9c0c-3f8060328c5c" providerId="ADAL" clId="{3C1B581F-F628-44FF-A308-816DA856AC92}" dt="2026-06-06T00:16:46.462" v="306" actId="123"/>
          <ac:spMkLst>
            <pc:docMk/>
            <pc:sldMk cId="0" sldId="375"/>
            <ac:spMk id="7" creationId="{00000000-0000-0000-0000-000000000000}"/>
          </ac:spMkLst>
        </pc:spChg>
      </pc:sldChg>
      <pc:sldChg chg="modSp mod">
        <pc:chgData name="Lucy Grande" userId="7ad266ba-0b3d-4d78-9c0c-3f8060328c5c" providerId="ADAL" clId="{3C1B581F-F628-44FF-A308-816DA856AC92}" dt="2026-06-06T00:17:01.304" v="307" actId="123"/>
        <pc:sldMkLst>
          <pc:docMk/>
          <pc:sldMk cId="0" sldId="385"/>
        </pc:sldMkLst>
        <pc:spChg chg="mod">
          <ac:chgData name="Lucy Grande" userId="7ad266ba-0b3d-4d78-9c0c-3f8060328c5c" providerId="ADAL" clId="{3C1B581F-F628-44FF-A308-816DA856AC92}" dt="2026-06-06T00:17:01.304" v="307" actId="123"/>
          <ac:spMkLst>
            <pc:docMk/>
            <pc:sldMk cId="0" sldId="385"/>
            <ac:spMk id="6" creationId="{00000000-0000-0000-0000-000000000000}"/>
          </ac:spMkLst>
        </pc:spChg>
      </pc:sldChg>
      <pc:sldChg chg="modSp mod">
        <pc:chgData name="Lucy Grande" userId="7ad266ba-0b3d-4d78-9c0c-3f8060328c5c" providerId="ADAL" clId="{3C1B581F-F628-44FF-A308-816DA856AC92}" dt="2026-06-06T00:18:17.449" v="316" actId="1076"/>
        <pc:sldMkLst>
          <pc:docMk/>
          <pc:sldMk cId="0" sldId="421"/>
        </pc:sldMkLst>
        <pc:spChg chg="mod">
          <ac:chgData name="Lucy Grande" userId="7ad266ba-0b3d-4d78-9c0c-3f8060328c5c" providerId="ADAL" clId="{3C1B581F-F628-44FF-A308-816DA856AC92}" dt="2026-06-06T00:18:17.449" v="316" actId="1076"/>
          <ac:spMkLst>
            <pc:docMk/>
            <pc:sldMk cId="0" sldId="421"/>
            <ac:spMk id="3" creationId="{00000000-0000-0000-0000-000000000000}"/>
          </ac:spMkLst>
        </pc:spChg>
      </pc:sldChg>
      <pc:sldChg chg="modSp mod">
        <pc:chgData name="Lucy Grande" userId="7ad266ba-0b3d-4d78-9c0c-3f8060328c5c" providerId="ADAL" clId="{3C1B581F-F628-44FF-A308-816DA856AC92}" dt="2026-06-06T00:50:24.178" v="878" actId="20577"/>
        <pc:sldMkLst>
          <pc:docMk/>
          <pc:sldMk cId="0" sldId="422"/>
        </pc:sldMkLst>
        <pc:spChg chg="mod">
          <ac:chgData name="Lucy Grande" userId="7ad266ba-0b3d-4d78-9c0c-3f8060328c5c" providerId="ADAL" clId="{3C1B581F-F628-44FF-A308-816DA856AC92}" dt="2026-06-06T00:18:57.015" v="341" actId="1076"/>
          <ac:spMkLst>
            <pc:docMk/>
            <pc:sldMk cId="0" sldId="422"/>
            <ac:spMk id="3" creationId="{00000000-0000-0000-0000-000000000000}"/>
          </ac:spMkLst>
        </pc:spChg>
        <pc:spChg chg="mod">
          <ac:chgData name="Lucy Grande" userId="7ad266ba-0b3d-4d78-9c0c-3f8060328c5c" providerId="ADAL" clId="{3C1B581F-F628-44FF-A308-816DA856AC92}" dt="2026-06-06T00:50:24.178" v="878" actId="20577"/>
          <ac:spMkLst>
            <pc:docMk/>
            <pc:sldMk cId="0" sldId="422"/>
            <ac:spMk id="6" creationId="{00000000-0000-0000-0000-000000000000}"/>
          </ac:spMkLst>
        </pc:spChg>
      </pc:sldChg>
      <pc:sldChg chg="addSp modSp">
        <pc:chgData name="Lucy Grande" userId="7ad266ba-0b3d-4d78-9c0c-3f8060328c5c" providerId="ADAL" clId="{3C1B581F-F628-44FF-A308-816DA856AC92}" dt="2026-06-06T00:19:51.200" v="349"/>
        <pc:sldMkLst>
          <pc:docMk/>
          <pc:sldMk cId="0" sldId="423"/>
        </pc:sldMkLst>
        <pc:spChg chg="add mod">
          <ac:chgData name="Lucy Grande" userId="7ad266ba-0b3d-4d78-9c0c-3f8060328c5c" providerId="ADAL" clId="{3C1B581F-F628-44FF-A308-816DA856AC92}" dt="2026-06-06T00:19:51.200" v="349"/>
          <ac:spMkLst>
            <pc:docMk/>
            <pc:sldMk cId="0" sldId="423"/>
            <ac:spMk id="7" creationId="{A963232E-B180-2EFC-7D77-C9A366A95A55}"/>
          </ac:spMkLst>
        </pc:spChg>
      </pc:sldChg>
      <pc:sldChg chg="modSp mod">
        <pc:chgData name="Lucy Grande" userId="7ad266ba-0b3d-4d78-9c0c-3f8060328c5c" providerId="ADAL" clId="{3C1B581F-F628-44FF-A308-816DA856AC92}" dt="2026-06-06T00:50:27.613" v="881" actId="20577"/>
        <pc:sldMkLst>
          <pc:docMk/>
          <pc:sldMk cId="0" sldId="424"/>
        </pc:sldMkLst>
        <pc:spChg chg="mod">
          <ac:chgData name="Lucy Grande" userId="7ad266ba-0b3d-4d78-9c0c-3f8060328c5c" providerId="ADAL" clId="{3C1B581F-F628-44FF-A308-816DA856AC92}" dt="2026-06-06T00:20:22.913" v="369" actId="1076"/>
          <ac:spMkLst>
            <pc:docMk/>
            <pc:sldMk cId="0" sldId="424"/>
            <ac:spMk id="3" creationId="{00000000-0000-0000-0000-000000000000}"/>
          </ac:spMkLst>
        </pc:spChg>
        <pc:spChg chg="mod">
          <ac:chgData name="Lucy Grande" userId="7ad266ba-0b3d-4d78-9c0c-3f8060328c5c" providerId="ADAL" clId="{3C1B581F-F628-44FF-A308-816DA856AC92}" dt="2026-06-06T00:50:27.613" v="881" actId="20577"/>
          <ac:spMkLst>
            <pc:docMk/>
            <pc:sldMk cId="0" sldId="424"/>
            <ac:spMk id="6" creationId="{00000000-0000-0000-0000-000000000000}"/>
          </ac:spMkLst>
        </pc:spChg>
      </pc:sldChg>
      <pc:sldChg chg="addSp modSp">
        <pc:chgData name="Lucy Grande" userId="7ad266ba-0b3d-4d78-9c0c-3f8060328c5c" providerId="ADAL" clId="{3C1B581F-F628-44FF-A308-816DA856AC92}" dt="2026-06-06T00:19:53.482" v="350"/>
        <pc:sldMkLst>
          <pc:docMk/>
          <pc:sldMk cId="0" sldId="425"/>
        </pc:sldMkLst>
        <pc:spChg chg="add mod">
          <ac:chgData name="Lucy Grande" userId="7ad266ba-0b3d-4d78-9c0c-3f8060328c5c" providerId="ADAL" clId="{3C1B581F-F628-44FF-A308-816DA856AC92}" dt="2026-06-06T00:19:53.482" v="350"/>
          <ac:spMkLst>
            <pc:docMk/>
            <pc:sldMk cId="0" sldId="425"/>
            <ac:spMk id="7" creationId="{92AA2F13-C555-737E-DECD-07CC4AA9058F}"/>
          </ac:spMkLst>
        </pc:spChg>
      </pc:sldChg>
      <pc:sldChg chg="modSp mod">
        <pc:chgData name="Lucy Grande" userId="7ad266ba-0b3d-4d78-9c0c-3f8060328c5c" providerId="ADAL" clId="{3C1B581F-F628-44FF-A308-816DA856AC92}" dt="2026-06-06T00:20:54.443" v="376" actId="1076"/>
        <pc:sldMkLst>
          <pc:docMk/>
          <pc:sldMk cId="0" sldId="427"/>
        </pc:sldMkLst>
        <pc:spChg chg="mod">
          <ac:chgData name="Lucy Grande" userId="7ad266ba-0b3d-4d78-9c0c-3f8060328c5c" providerId="ADAL" clId="{3C1B581F-F628-44FF-A308-816DA856AC92}" dt="2026-06-06T00:20:54.443" v="376" actId="1076"/>
          <ac:spMkLst>
            <pc:docMk/>
            <pc:sldMk cId="0" sldId="427"/>
            <ac:spMk id="5" creationId="{00000000-0000-0000-0000-000000000000}"/>
          </ac:spMkLst>
        </pc:spChg>
      </pc:sldChg>
      <pc:sldChg chg="modSp mod">
        <pc:chgData name="Lucy Grande" userId="7ad266ba-0b3d-4d78-9c0c-3f8060328c5c" providerId="ADAL" clId="{3C1B581F-F628-44FF-A308-816DA856AC92}" dt="2026-06-06T00:22:04.197" v="386" actId="1076"/>
        <pc:sldMkLst>
          <pc:docMk/>
          <pc:sldMk cId="0" sldId="473"/>
        </pc:sldMkLst>
        <pc:spChg chg="mod">
          <ac:chgData name="Lucy Grande" userId="7ad266ba-0b3d-4d78-9c0c-3f8060328c5c" providerId="ADAL" clId="{3C1B581F-F628-44FF-A308-816DA856AC92}" dt="2026-06-06T00:22:02.061" v="385" actId="1076"/>
          <ac:spMkLst>
            <pc:docMk/>
            <pc:sldMk cId="0" sldId="473"/>
            <ac:spMk id="3" creationId="{00000000-0000-0000-0000-000000000000}"/>
          </ac:spMkLst>
        </pc:spChg>
        <pc:picChg chg="mod">
          <ac:chgData name="Lucy Grande" userId="7ad266ba-0b3d-4d78-9c0c-3f8060328c5c" providerId="ADAL" clId="{3C1B581F-F628-44FF-A308-816DA856AC92}" dt="2026-06-06T00:22:04.197" v="386" actId="1076"/>
          <ac:picMkLst>
            <pc:docMk/>
            <pc:sldMk cId="0" sldId="473"/>
            <ac:picMk id="4" creationId="{00000000-0000-0000-0000-000000000000}"/>
          </ac:picMkLst>
        </pc:picChg>
      </pc:sldChg>
      <pc:sldChg chg="modSp mod">
        <pc:chgData name="Lucy Grande" userId="7ad266ba-0b3d-4d78-9c0c-3f8060328c5c" providerId="ADAL" clId="{3C1B581F-F628-44FF-A308-816DA856AC92}" dt="2026-06-06T00:50:41.145" v="884" actId="20577"/>
        <pc:sldMkLst>
          <pc:docMk/>
          <pc:sldMk cId="0" sldId="474"/>
        </pc:sldMkLst>
        <pc:spChg chg="mod">
          <ac:chgData name="Lucy Grande" userId="7ad266ba-0b3d-4d78-9c0c-3f8060328c5c" providerId="ADAL" clId="{3C1B581F-F628-44FF-A308-816DA856AC92}" dt="2026-06-06T00:23:05.027" v="412" actId="1076"/>
          <ac:spMkLst>
            <pc:docMk/>
            <pc:sldMk cId="0" sldId="474"/>
            <ac:spMk id="3" creationId="{00000000-0000-0000-0000-000000000000}"/>
          </ac:spMkLst>
        </pc:spChg>
        <pc:spChg chg="mod">
          <ac:chgData name="Lucy Grande" userId="7ad266ba-0b3d-4d78-9c0c-3f8060328c5c" providerId="ADAL" clId="{3C1B581F-F628-44FF-A308-816DA856AC92}" dt="2026-06-06T00:50:41.145" v="884" actId="20577"/>
          <ac:spMkLst>
            <pc:docMk/>
            <pc:sldMk cId="0" sldId="474"/>
            <ac:spMk id="6" creationId="{00000000-0000-0000-0000-000000000000}"/>
          </ac:spMkLst>
        </pc:spChg>
      </pc:sldChg>
      <pc:sldChg chg="addSp modSp">
        <pc:chgData name="Lucy Grande" userId="7ad266ba-0b3d-4d78-9c0c-3f8060328c5c" providerId="ADAL" clId="{3C1B581F-F628-44FF-A308-816DA856AC92}" dt="2026-06-06T00:21:35.466" v="377"/>
        <pc:sldMkLst>
          <pc:docMk/>
          <pc:sldMk cId="0" sldId="475"/>
        </pc:sldMkLst>
        <pc:spChg chg="add mod">
          <ac:chgData name="Lucy Grande" userId="7ad266ba-0b3d-4d78-9c0c-3f8060328c5c" providerId="ADAL" clId="{3C1B581F-F628-44FF-A308-816DA856AC92}" dt="2026-06-06T00:21:35.466" v="377"/>
          <ac:spMkLst>
            <pc:docMk/>
            <pc:sldMk cId="0" sldId="475"/>
            <ac:spMk id="7" creationId="{B28E67A2-F63E-EEA7-F741-B3888E689255}"/>
          </ac:spMkLst>
        </pc:spChg>
      </pc:sldChg>
      <pc:sldChg chg="modSp mod">
        <pc:chgData name="Lucy Grande" userId="7ad266ba-0b3d-4d78-9c0c-3f8060328c5c" providerId="ADAL" clId="{3C1B581F-F628-44FF-A308-816DA856AC92}" dt="2026-06-06T00:50:44.617" v="887" actId="20577"/>
        <pc:sldMkLst>
          <pc:docMk/>
          <pc:sldMk cId="0" sldId="476"/>
        </pc:sldMkLst>
        <pc:spChg chg="mod">
          <ac:chgData name="Lucy Grande" userId="7ad266ba-0b3d-4d78-9c0c-3f8060328c5c" providerId="ADAL" clId="{3C1B581F-F628-44FF-A308-816DA856AC92}" dt="2026-06-06T00:23:36.027" v="432" actId="1076"/>
          <ac:spMkLst>
            <pc:docMk/>
            <pc:sldMk cId="0" sldId="476"/>
            <ac:spMk id="3" creationId="{00000000-0000-0000-0000-000000000000}"/>
          </ac:spMkLst>
        </pc:spChg>
        <pc:spChg chg="mod">
          <ac:chgData name="Lucy Grande" userId="7ad266ba-0b3d-4d78-9c0c-3f8060328c5c" providerId="ADAL" clId="{3C1B581F-F628-44FF-A308-816DA856AC92}" dt="2026-06-06T00:50:44.617" v="887" actId="20577"/>
          <ac:spMkLst>
            <pc:docMk/>
            <pc:sldMk cId="0" sldId="476"/>
            <ac:spMk id="6" creationId="{00000000-0000-0000-0000-000000000000}"/>
          </ac:spMkLst>
        </pc:spChg>
      </pc:sldChg>
      <pc:sldChg chg="addSp modSp">
        <pc:chgData name="Lucy Grande" userId="7ad266ba-0b3d-4d78-9c0c-3f8060328c5c" providerId="ADAL" clId="{3C1B581F-F628-44FF-A308-816DA856AC92}" dt="2026-06-06T00:21:37.924" v="378"/>
        <pc:sldMkLst>
          <pc:docMk/>
          <pc:sldMk cId="0" sldId="477"/>
        </pc:sldMkLst>
        <pc:spChg chg="add mod">
          <ac:chgData name="Lucy Grande" userId="7ad266ba-0b3d-4d78-9c0c-3f8060328c5c" providerId="ADAL" clId="{3C1B581F-F628-44FF-A308-816DA856AC92}" dt="2026-06-06T00:21:37.924" v="378"/>
          <ac:spMkLst>
            <pc:docMk/>
            <pc:sldMk cId="0" sldId="477"/>
            <ac:spMk id="7" creationId="{904EE005-0E13-7573-629C-F9CD9397EF8A}"/>
          </ac:spMkLst>
        </pc:spChg>
      </pc:sldChg>
      <pc:sldChg chg="modSp mod">
        <pc:chgData name="Lucy Grande" userId="7ad266ba-0b3d-4d78-9c0c-3f8060328c5c" providerId="ADAL" clId="{3C1B581F-F628-44FF-A308-816DA856AC92}" dt="2026-06-06T00:24:07.593" v="441" actId="1076"/>
        <pc:sldMkLst>
          <pc:docMk/>
          <pc:sldMk cId="0" sldId="479"/>
        </pc:sldMkLst>
        <pc:spChg chg="mod">
          <ac:chgData name="Lucy Grande" userId="7ad266ba-0b3d-4d78-9c0c-3f8060328c5c" providerId="ADAL" clId="{3C1B581F-F628-44FF-A308-816DA856AC92}" dt="2026-06-06T00:24:07.593" v="441" actId="1076"/>
          <ac:spMkLst>
            <pc:docMk/>
            <pc:sldMk cId="0" sldId="479"/>
            <ac:spMk id="5" creationId="{00000000-0000-0000-0000-000000000000}"/>
          </ac:spMkLst>
        </pc:spChg>
      </pc:sldChg>
      <pc:sldChg chg="modSp mod">
        <pc:chgData name="Lucy Grande" userId="7ad266ba-0b3d-4d78-9c0c-3f8060328c5c" providerId="ADAL" clId="{3C1B581F-F628-44FF-A308-816DA856AC92}" dt="2026-06-06T00:25:45.295" v="449" actId="14100"/>
        <pc:sldMkLst>
          <pc:docMk/>
          <pc:sldMk cId="0" sldId="531"/>
        </pc:sldMkLst>
        <pc:spChg chg="mod">
          <ac:chgData name="Lucy Grande" userId="7ad266ba-0b3d-4d78-9c0c-3f8060328c5c" providerId="ADAL" clId="{3C1B581F-F628-44FF-A308-816DA856AC92}" dt="2026-06-06T00:25:45.295" v="449" actId="14100"/>
          <ac:spMkLst>
            <pc:docMk/>
            <pc:sldMk cId="0" sldId="531"/>
            <ac:spMk id="3" creationId="{00000000-0000-0000-0000-000000000000}"/>
          </ac:spMkLst>
        </pc:spChg>
      </pc:sldChg>
      <pc:sldChg chg="modSp mod">
        <pc:chgData name="Lucy Grande" userId="7ad266ba-0b3d-4d78-9c0c-3f8060328c5c" providerId="ADAL" clId="{3C1B581F-F628-44FF-A308-816DA856AC92}" dt="2026-06-06T00:51:05.368" v="890" actId="20577"/>
        <pc:sldMkLst>
          <pc:docMk/>
          <pc:sldMk cId="0" sldId="532"/>
        </pc:sldMkLst>
        <pc:spChg chg="mod">
          <ac:chgData name="Lucy Grande" userId="7ad266ba-0b3d-4d78-9c0c-3f8060328c5c" providerId="ADAL" clId="{3C1B581F-F628-44FF-A308-816DA856AC92}" dt="2026-06-06T00:26:31.075" v="479" actId="1076"/>
          <ac:spMkLst>
            <pc:docMk/>
            <pc:sldMk cId="0" sldId="532"/>
            <ac:spMk id="3" creationId="{00000000-0000-0000-0000-000000000000}"/>
          </ac:spMkLst>
        </pc:spChg>
        <pc:spChg chg="mod">
          <ac:chgData name="Lucy Grande" userId="7ad266ba-0b3d-4d78-9c0c-3f8060328c5c" providerId="ADAL" clId="{3C1B581F-F628-44FF-A308-816DA856AC92}" dt="2026-06-06T00:51:05.368" v="890" actId="20577"/>
          <ac:spMkLst>
            <pc:docMk/>
            <pc:sldMk cId="0" sldId="532"/>
            <ac:spMk id="6" creationId="{00000000-0000-0000-0000-000000000000}"/>
          </ac:spMkLst>
        </pc:spChg>
      </pc:sldChg>
      <pc:sldChg chg="addSp modSp">
        <pc:chgData name="Lucy Grande" userId="7ad266ba-0b3d-4d78-9c0c-3f8060328c5c" providerId="ADAL" clId="{3C1B581F-F628-44FF-A308-816DA856AC92}" dt="2026-06-06T00:25:17.299" v="443"/>
        <pc:sldMkLst>
          <pc:docMk/>
          <pc:sldMk cId="0" sldId="533"/>
        </pc:sldMkLst>
        <pc:spChg chg="add mod">
          <ac:chgData name="Lucy Grande" userId="7ad266ba-0b3d-4d78-9c0c-3f8060328c5c" providerId="ADAL" clId="{3C1B581F-F628-44FF-A308-816DA856AC92}" dt="2026-06-06T00:25:17.299" v="443"/>
          <ac:spMkLst>
            <pc:docMk/>
            <pc:sldMk cId="0" sldId="533"/>
            <ac:spMk id="7" creationId="{DDEF9822-DB26-52F2-EA0C-608419B438B4}"/>
          </ac:spMkLst>
        </pc:spChg>
      </pc:sldChg>
      <pc:sldChg chg="modSp mod">
        <pc:chgData name="Lucy Grande" userId="7ad266ba-0b3d-4d78-9c0c-3f8060328c5c" providerId="ADAL" clId="{3C1B581F-F628-44FF-A308-816DA856AC92}" dt="2026-06-06T00:51:09.074" v="893" actId="20577"/>
        <pc:sldMkLst>
          <pc:docMk/>
          <pc:sldMk cId="0" sldId="534"/>
        </pc:sldMkLst>
        <pc:spChg chg="mod">
          <ac:chgData name="Lucy Grande" userId="7ad266ba-0b3d-4d78-9c0c-3f8060328c5c" providerId="ADAL" clId="{3C1B581F-F628-44FF-A308-816DA856AC92}" dt="2026-06-06T00:27:15.398" v="506" actId="1076"/>
          <ac:spMkLst>
            <pc:docMk/>
            <pc:sldMk cId="0" sldId="534"/>
            <ac:spMk id="3" creationId="{00000000-0000-0000-0000-000000000000}"/>
          </ac:spMkLst>
        </pc:spChg>
        <pc:spChg chg="mod">
          <ac:chgData name="Lucy Grande" userId="7ad266ba-0b3d-4d78-9c0c-3f8060328c5c" providerId="ADAL" clId="{3C1B581F-F628-44FF-A308-816DA856AC92}" dt="2026-06-06T00:51:09.074" v="893" actId="20577"/>
          <ac:spMkLst>
            <pc:docMk/>
            <pc:sldMk cId="0" sldId="534"/>
            <ac:spMk id="6" creationId="{00000000-0000-0000-0000-000000000000}"/>
          </ac:spMkLst>
        </pc:spChg>
      </pc:sldChg>
      <pc:sldChg chg="addSp modSp">
        <pc:chgData name="Lucy Grande" userId="7ad266ba-0b3d-4d78-9c0c-3f8060328c5c" providerId="ADAL" clId="{3C1B581F-F628-44FF-A308-816DA856AC92}" dt="2026-06-06T00:25:19.568" v="444"/>
        <pc:sldMkLst>
          <pc:docMk/>
          <pc:sldMk cId="0" sldId="535"/>
        </pc:sldMkLst>
        <pc:spChg chg="add mod">
          <ac:chgData name="Lucy Grande" userId="7ad266ba-0b3d-4d78-9c0c-3f8060328c5c" providerId="ADAL" clId="{3C1B581F-F628-44FF-A308-816DA856AC92}" dt="2026-06-06T00:25:19.568" v="444"/>
          <ac:spMkLst>
            <pc:docMk/>
            <pc:sldMk cId="0" sldId="535"/>
            <ac:spMk id="7" creationId="{38C4F2F7-93E7-B7BE-3E87-6D5826C7B922}"/>
          </ac:spMkLst>
        </pc:spChg>
      </pc:sldChg>
      <pc:sldChg chg="modSp mod">
        <pc:chgData name="Lucy Grande" userId="7ad266ba-0b3d-4d78-9c0c-3f8060328c5c" providerId="ADAL" clId="{3C1B581F-F628-44FF-A308-816DA856AC92}" dt="2026-06-06T00:30:57.179" v="524" actId="1076"/>
        <pc:sldMkLst>
          <pc:docMk/>
          <pc:sldMk cId="0" sldId="591"/>
        </pc:sldMkLst>
        <pc:spChg chg="mod">
          <ac:chgData name="Lucy Grande" userId="7ad266ba-0b3d-4d78-9c0c-3f8060328c5c" providerId="ADAL" clId="{3C1B581F-F628-44FF-A308-816DA856AC92}" dt="2026-06-06T00:30:57.179" v="524" actId="1076"/>
          <ac:spMkLst>
            <pc:docMk/>
            <pc:sldMk cId="0" sldId="591"/>
            <ac:spMk id="3" creationId="{00000000-0000-0000-0000-000000000000}"/>
          </ac:spMkLst>
        </pc:spChg>
      </pc:sldChg>
      <pc:sldChg chg="modSp mod">
        <pc:chgData name="Lucy Grande" userId="7ad266ba-0b3d-4d78-9c0c-3f8060328c5c" providerId="ADAL" clId="{3C1B581F-F628-44FF-A308-816DA856AC92}" dt="2026-06-06T00:32:36.316" v="561" actId="20577"/>
        <pc:sldMkLst>
          <pc:docMk/>
          <pc:sldMk cId="0" sldId="592"/>
        </pc:sldMkLst>
        <pc:spChg chg="mod">
          <ac:chgData name="Lucy Grande" userId="7ad266ba-0b3d-4d78-9c0c-3f8060328c5c" providerId="ADAL" clId="{3C1B581F-F628-44FF-A308-816DA856AC92}" dt="2026-06-06T00:32:06.802" v="549" actId="1076"/>
          <ac:spMkLst>
            <pc:docMk/>
            <pc:sldMk cId="0" sldId="592"/>
            <ac:spMk id="3" creationId="{00000000-0000-0000-0000-000000000000}"/>
          </ac:spMkLst>
        </pc:spChg>
        <pc:spChg chg="mod">
          <ac:chgData name="Lucy Grande" userId="7ad266ba-0b3d-4d78-9c0c-3f8060328c5c" providerId="ADAL" clId="{3C1B581F-F628-44FF-A308-816DA856AC92}" dt="2026-06-06T00:32:36.316" v="561" actId="20577"/>
          <ac:spMkLst>
            <pc:docMk/>
            <pc:sldMk cId="0" sldId="592"/>
            <ac:spMk id="6" creationId="{00000000-0000-0000-0000-000000000000}"/>
          </ac:spMkLst>
        </pc:spChg>
      </pc:sldChg>
      <pc:sldChg chg="addSp modSp">
        <pc:chgData name="Lucy Grande" userId="7ad266ba-0b3d-4d78-9c0c-3f8060328c5c" providerId="ADAL" clId="{3C1B581F-F628-44FF-A308-816DA856AC92}" dt="2026-06-06T00:30:10.269" v="513"/>
        <pc:sldMkLst>
          <pc:docMk/>
          <pc:sldMk cId="0" sldId="593"/>
        </pc:sldMkLst>
        <pc:spChg chg="add mod">
          <ac:chgData name="Lucy Grande" userId="7ad266ba-0b3d-4d78-9c0c-3f8060328c5c" providerId="ADAL" clId="{3C1B581F-F628-44FF-A308-816DA856AC92}" dt="2026-06-06T00:30:10.269" v="513"/>
          <ac:spMkLst>
            <pc:docMk/>
            <pc:sldMk cId="0" sldId="593"/>
            <ac:spMk id="7" creationId="{7F53086E-1A47-6886-DB94-809CE9F58478}"/>
          </ac:spMkLst>
        </pc:spChg>
      </pc:sldChg>
      <pc:sldChg chg="modSp mod">
        <pc:chgData name="Lucy Grande" userId="7ad266ba-0b3d-4d78-9c0c-3f8060328c5c" providerId="ADAL" clId="{3C1B581F-F628-44FF-A308-816DA856AC92}" dt="2026-06-06T00:33:57.800" v="596" actId="255"/>
        <pc:sldMkLst>
          <pc:docMk/>
          <pc:sldMk cId="0" sldId="594"/>
        </pc:sldMkLst>
        <pc:spChg chg="mod">
          <ac:chgData name="Lucy Grande" userId="7ad266ba-0b3d-4d78-9c0c-3f8060328c5c" providerId="ADAL" clId="{3C1B581F-F628-44FF-A308-816DA856AC92}" dt="2026-06-06T00:33:30.966" v="589" actId="14100"/>
          <ac:spMkLst>
            <pc:docMk/>
            <pc:sldMk cId="0" sldId="594"/>
            <ac:spMk id="2" creationId="{00000000-0000-0000-0000-000000000000}"/>
          </ac:spMkLst>
        </pc:spChg>
        <pc:spChg chg="mod">
          <ac:chgData name="Lucy Grande" userId="7ad266ba-0b3d-4d78-9c0c-3f8060328c5c" providerId="ADAL" clId="{3C1B581F-F628-44FF-A308-816DA856AC92}" dt="2026-06-06T00:33:26.408" v="588" actId="1076"/>
          <ac:spMkLst>
            <pc:docMk/>
            <pc:sldMk cId="0" sldId="594"/>
            <ac:spMk id="3" creationId="{00000000-0000-0000-0000-000000000000}"/>
          </ac:spMkLst>
        </pc:spChg>
        <pc:spChg chg="mod">
          <ac:chgData name="Lucy Grande" userId="7ad266ba-0b3d-4d78-9c0c-3f8060328c5c" providerId="ADAL" clId="{3C1B581F-F628-44FF-A308-816DA856AC92}" dt="2026-06-06T00:33:57.800" v="596" actId="255"/>
          <ac:spMkLst>
            <pc:docMk/>
            <pc:sldMk cId="0" sldId="594"/>
            <ac:spMk id="6" creationId="{00000000-0000-0000-0000-000000000000}"/>
          </ac:spMkLst>
        </pc:spChg>
      </pc:sldChg>
      <pc:sldChg chg="addSp modSp">
        <pc:chgData name="Lucy Grande" userId="7ad266ba-0b3d-4d78-9c0c-3f8060328c5c" providerId="ADAL" clId="{3C1B581F-F628-44FF-A308-816DA856AC92}" dt="2026-06-06T00:30:11.957" v="514"/>
        <pc:sldMkLst>
          <pc:docMk/>
          <pc:sldMk cId="0" sldId="595"/>
        </pc:sldMkLst>
        <pc:spChg chg="add mod">
          <ac:chgData name="Lucy Grande" userId="7ad266ba-0b3d-4d78-9c0c-3f8060328c5c" providerId="ADAL" clId="{3C1B581F-F628-44FF-A308-816DA856AC92}" dt="2026-06-06T00:30:11.957" v="514"/>
          <ac:spMkLst>
            <pc:docMk/>
            <pc:sldMk cId="0" sldId="595"/>
            <ac:spMk id="7" creationId="{7F1EEBAE-C9D4-DE17-3E29-72027F49FA67}"/>
          </ac:spMkLst>
        </pc:spChg>
      </pc:sldChg>
      <pc:sldChg chg="modSp mod">
        <pc:chgData name="Lucy Grande" userId="7ad266ba-0b3d-4d78-9c0c-3f8060328c5c" providerId="ADAL" clId="{3C1B581F-F628-44FF-A308-816DA856AC92}" dt="2026-06-06T00:36:01.743" v="615" actId="1076"/>
        <pc:sldMkLst>
          <pc:docMk/>
          <pc:sldMk cId="0" sldId="642"/>
        </pc:sldMkLst>
        <pc:spChg chg="mod">
          <ac:chgData name="Lucy Grande" userId="7ad266ba-0b3d-4d78-9c0c-3f8060328c5c" providerId="ADAL" clId="{3C1B581F-F628-44FF-A308-816DA856AC92}" dt="2026-06-06T00:36:01.743" v="615" actId="1076"/>
          <ac:spMkLst>
            <pc:docMk/>
            <pc:sldMk cId="0" sldId="642"/>
            <ac:spMk id="3" creationId="{00000000-0000-0000-0000-000000000000}"/>
          </ac:spMkLst>
        </pc:spChg>
      </pc:sldChg>
      <pc:sldChg chg="modSp mod">
        <pc:chgData name="Lucy Grande" userId="7ad266ba-0b3d-4d78-9c0c-3f8060328c5c" providerId="ADAL" clId="{3C1B581F-F628-44FF-A308-816DA856AC92}" dt="2026-06-06T00:36:46.222" v="643" actId="255"/>
        <pc:sldMkLst>
          <pc:docMk/>
          <pc:sldMk cId="0" sldId="643"/>
        </pc:sldMkLst>
        <pc:spChg chg="mod">
          <ac:chgData name="Lucy Grande" userId="7ad266ba-0b3d-4d78-9c0c-3f8060328c5c" providerId="ADAL" clId="{3C1B581F-F628-44FF-A308-816DA856AC92}" dt="2026-06-06T00:36:21.517" v="637" actId="20577"/>
          <ac:spMkLst>
            <pc:docMk/>
            <pc:sldMk cId="0" sldId="643"/>
            <ac:spMk id="3" creationId="{00000000-0000-0000-0000-000000000000}"/>
          </ac:spMkLst>
        </pc:spChg>
        <pc:spChg chg="mod">
          <ac:chgData name="Lucy Grande" userId="7ad266ba-0b3d-4d78-9c0c-3f8060328c5c" providerId="ADAL" clId="{3C1B581F-F628-44FF-A308-816DA856AC92}" dt="2026-06-06T00:36:46.222" v="643" actId="255"/>
          <ac:spMkLst>
            <pc:docMk/>
            <pc:sldMk cId="0" sldId="643"/>
            <ac:spMk id="6" creationId="{00000000-0000-0000-0000-000000000000}"/>
          </ac:spMkLst>
        </pc:spChg>
      </pc:sldChg>
      <pc:sldChg chg="addSp modSp">
        <pc:chgData name="Lucy Grande" userId="7ad266ba-0b3d-4d78-9c0c-3f8060328c5c" providerId="ADAL" clId="{3C1B581F-F628-44FF-A308-816DA856AC92}" dt="2026-06-06T00:35:02.598" v="597"/>
        <pc:sldMkLst>
          <pc:docMk/>
          <pc:sldMk cId="0" sldId="644"/>
        </pc:sldMkLst>
        <pc:spChg chg="add mod">
          <ac:chgData name="Lucy Grande" userId="7ad266ba-0b3d-4d78-9c0c-3f8060328c5c" providerId="ADAL" clId="{3C1B581F-F628-44FF-A308-816DA856AC92}" dt="2026-06-06T00:35:02.598" v="597"/>
          <ac:spMkLst>
            <pc:docMk/>
            <pc:sldMk cId="0" sldId="644"/>
            <ac:spMk id="7" creationId="{63645483-92AE-4E56-F66F-FFAB84EA70D3}"/>
          </ac:spMkLst>
        </pc:spChg>
      </pc:sldChg>
      <pc:sldChg chg="modSp mod">
        <pc:chgData name="Lucy Grande" userId="7ad266ba-0b3d-4d78-9c0c-3f8060328c5c" providerId="ADAL" clId="{3C1B581F-F628-44FF-A308-816DA856AC92}" dt="2026-06-06T00:37:39.493" v="674" actId="20577"/>
        <pc:sldMkLst>
          <pc:docMk/>
          <pc:sldMk cId="0" sldId="645"/>
        </pc:sldMkLst>
        <pc:spChg chg="mod">
          <ac:chgData name="Lucy Grande" userId="7ad266ba-0b3d-4d78-9c0c-3f8060328c5c" providerId="ADAL" clId="{3C1B581F-F628-44FF-A308-816DA856AC92}" dt="2026-06-06T00:37:11.747" v="664" actId="1076"/>
          <ac:spMkLst>
            <pc:docMk/>
            <pc:sldMk cId="0" sldId="645"/>
            <ac:spMk id="3" creationId="{00000000-0000-0000-0000-000000000000}"/>
          </ac:spMkLst>
        </pc:spChg>
        <pc:spChg chg="mod">
          <ac:chgData name="Lucy Grande" userId="7ad266ba-0b3d-4d78-9c0c-3f8060328c5c" providerId="ADAL" clId="{3C1B581F-F628-44FF-A308-816DA856AC92}" dt="2026-06-06T00:37:39.493" v="674" actId="20577"/>
          <ac:spMkLst>
            <pc:docMk/>
            <pc:sldMk cId="0" sldId="645"/>
            <ac:spMk id="6" creationId="{00000000-0000-0000-0000-000000000000}"/>
          </ac:spMkLst>
        </pc:spChg>
      </pc:sldChg>
      <pc:sldChg chg="addSp modSp">
        <pc:chgData name="Lucy Grande" userId="7ad266ba-0b3d-4d78-9c0c-3f8060328c5c" providerId="ADAL" clId="{3C1B581F-F628-44FF-A308-816DA856AC92}" dt="2026-06-06T00:35:04.823" v="598"/>
        <pc:sldMkLst>
          <pc:docMk/>
          <pc:sldMk cId="0" sldId="646"/>
        </pc:sldMkLst>
        <pc:spChg chg="add mod">
          <ac:chgData name="Lucy Grande" userId="7ad266ba-0b3d-4d78-9c0c-3f8060328c5c" providerId="ADAL" clId="{3C1B581F-F628-44FF-A308-816DA856AC92}" dt="2026-06-06T00:35:04.823" v="598"/>
          <ac:spMkLst>
            <pc:docMk/>
            <pc:sldMk cId="0" sldId="646"/>
            <ac:spMk id="7" creationId="{78179247-B957-283F-3210-14F7C8D1C54F}"/>
          </ac:spMkLst>
        </pc:spChg>
      </pc:sldChg>
      <pc:sldChg chg="modSp mod">
        <pc:chgData name="Lucy Grande" userId="7ad266ba-0b3d-4d78-9c0c-3f8060328c5c" providerId="ADAL" clId="{3C1B581F-F628-44FF-A308-816DA856AC92}" dt="2026-06-06T00:38:35.982" v="675" actId="20577"/>
        <pc:sldMkLst>
          <pc:docMk/>
          <pc:sldMk cId="0" sldId="655"/>
        </pc:sldMkLst>
        <pc:spChg chg="mod">
          <ac:chgData name="Lucy Grande" userId="7ad266ba-0b3d-4d78-9c0c-3f8060328c5c" providerId="ADAL" clId="{3C1B581F-F628-44FF-A308-816DA856AC92}" dt="2026-06-06T00:38:35.982" v="675" actId="20577"/>
          <ac:spMkLst>
            <pc:docMk/>
            <pc:sldMk cId="0" sldId="655"/>
            <ac:spMk id="6" creationId="{00000000-0000-0000-0000-000000000000}"/>
          </ac:spMkLst>
        </pc:spChg>
      </pc:sldChg>
      <pc:sldChg chg="modSp mod">
        <pc:chgData name="Lucy Grande" userId="7ad266ba-0b3d-4d78-9c0c-3f8060328c5c" providerId="ADAL" clId="{3C1B581F-F628-44FF-A308-816DA856AC92}" dt="2026-06-06T00:39:08.020" v="685" actId="114"/>
        <pc:sldMkLst>
          <pc:docMk/>
          <pc:sldMk cId="0" sldId="659"/>
        </pc:sldMkLst>
        <pc:graphicFrameChg chg="modGraphic">
          <ac:chgData name="Lucy Grande" userId="7ad266ba-0b3d-4d78-9c0c-3f8060328c5c" providerId="ADAL" clId="{3C1B581F-F628-44FF-A308-816DA856AC92}" dt="2026-06-06T00:39:08.020" v="685" actId="114"/>
          <ac:graphicFrameMkLst>
            <pc:docMk/>
            <pc:sldMk cId="0" sldId="659"/>
            <ac:graphicFrameMk id="5" creationId="{00000000-0000-0000-0000-000000000000}"/>
          </ac:graphicFrameMkLst>
        </pc:graphicFrameChg>
      </pc:sldChg>
      <pc:sldChg chg="modSp mod">
        <pc:chgData name="Lucy Grande" userId="7ad266ba-0b3d-4d78-9c0c-3f8060328c5c" providerId="ADAL" clId="{3C1B581F-F628-44FF-A308-816DA856AC92}" dt="2026-06-06T00:41:33.599" v="696" actId="1076"/>
        <pc:sldMkLst>
          <pc:docMk/>
          <pc:sldMk cId="0" sldId="696"/>
        </pc:sldMkLst>
        <pc:spChg chg="mod">
          <ac:chgData name="Lucy Grande" userId="7ad266ba-0b3d-4d78-9c0c-3f8060328c5c" providerId="ADAL" clId="{3C1B581F-F628-44FF-A308-816DA856AC92}" dt="2026-06-06T00:41:33.599" v="696" actId="1076"/>
          <ac:spMkLst>
            <pc:docMk/>
            <pc:sldMk cId="0" sldId="696"/>
            <ac:spMk id="3" creationId="{00000000-0000-0000-0000-000000000000}"/>
          </ac:spMkLst>
        </pc:spChg>
      </pc:sldChg>
      <pc:sldChg chg="modSp mod">
        <pc:chgData name="Lucy Grande" userId="7ad266ba-0b3d-4d78-9c0c-3f8060328c5c" providerId="ADAL" clId="{3C1B581F-F628-44FF-A308-816DA856AC92}" dt="2026-06-06T00:42:58.574" v="733" actId="20577"/>
        <pc:sldMkLst>
          <pc:docMk/>
          <pc:sldMk cId="0" sldId="697"/>
        </pc:sldMkLst>
        <pc:spChg chg="mod">
          <ac:chgData name="Lucy Grande" userId="7ad266ba-0b3d-4d78-9c0c-3f8060328c5c" providerId="ADAL" clId="{3C1B581F-F628-44FF-A308-816DA856AC92}" dt="2026-06-06T00:42:25.018" v="724" actId="1076"/>
          <ac:spMkLst>
            <pc:docMk/>
            <pc:sldMk cId="0" sldId="697"/>
            <ac:spMk id="3" creationId="{00000000-0000-0000-0000-000000000000}"/>
          </ac:spMkLst>
        </pc:spChg>
        <pc:spChg chg="mod">
          <ac:chgData name="Lucy Grande" userId="7ad266ba-0b3d-4d78-9c0c-3f8060328c5c" providerId="ADAL" clId="{3C1B581F-F628-44FF-A308-816DA856AC92}" dt="2026-06-06T00:42:58.574" v="733" actId="20577"/>
          <ac:spMkLst>
            <pc:docMk/>
            <pc:sldMk cId="0" sldId="697"/>
            <ac:spMk id="6" creationId="{00000000-0000-0000-0000-000000000000}"/>
          </ac:spMkLst>
        </pc:spChg>
      </pc:sldChg>
      <pc:sldChg chg="addSp modSp">
        <pc:chgData name="Lucy Grande" userId="7ad266ba-0b3d-4d78-9c0c-3f8060328c5c" providerId="ADAL" clId="{3C1B581F-F628-44FF-A308-816DA856AC92}" dt="2026-06-06T00:41:01.666" v="686"/>
        <pc:sldMkLst>
          <pc:docMk/>
          <pc:sldMk cId="0" sldId="698"/>
        </pc:sldMkLst>
        <pc:spChg chg="add mod">
          <ac:chgData name="Lucy Grande" userId="7ad266ba-0b3d-4d78-9c0c-3f8060328c5c" providerId="ADAL" clId="{3C1B581F-F628-44FF-A308-816DA856AC92}" dt="2026-06-06T00:41:01.666" v="686"/>
          <ac:spMkLst>
            <pc:docMk/>
            <pc:sldMk cId="0" sldId="698"/>
            <ac:spMk id="7" creationId="{1228A8C4-655E-CEC5-8844-2FBB03A8D2BD}"/>
          </ac:spMkLst>
        </pc:spChg>
      </pc:sldChg>
      <pc:sldChg chg="modSp mod">
        <pc:chgData name="Lucy Grande" userId="7ad266ba-0b3d-4d78-9c0c-3f8060328c5c" providerId="ADAL" clId="{3C1B581F-F628-44FF-A308-816DA856AC92}" dt="2026-06-06T00:43:51.832" v="764" actId="20577"/>
        <pc:sldMkLst>
          <pc:docMk/>
          <pc:sldMk cId="0" sldId="699"/>
        </pc:sldMkLst>
        <pc:spChg chg="mod">
          <ac:chgData name="Lucy Grande" userId="7ad266ba-0b3d-4d78-9c0c-3f8060328c5c" providerId="ADAL" clId="{3C1B581F-F628-44FF-A308-816DA856AC92}" dt="2026-06-06T00:43:29.872" v="755" actId="1076"/>
          <ac:spMkLst>
            <pc:docMk/>
            <pc:sldMk cId="0" sldId="699"/>
            <ac:spMk id="3" creationId="{00000000-0000-0000-0000-000000000000}"/>
          </ac:spMkLst>
        </pc:spChg>
        <pc:spChg chg="mod">
          <ac:chgData name="Lucy Grande" userId="7ad266ba-0b3d-4d78-9c0c-3f8060328c5c" providerId="ADAL" clId="{3C1B581F-F628-44FF-A308-816DA856AC92}" dt="2026-06-06T00:43:51.832" v="764" actId="20577"/>
          <ac:spMkLst>
            <pc:docMk/>
            <pc:sldMk cId="0" sldId="699"/>
            <ac:spMk id="6" creationId="{00000000-0000-0000-0000-000000000000}"/>
          </ac:spMkLst>
        </pc:spChg>
      </pc:sldChg>
      <pc:sldChg chg="addSp modSp mod">
        <pc:chgData name="Lucy Grande" userId="7ad266ba-0b3d-4d78-9c0c-3f8060328c5c" providerId="ADAL" clId="{3C1B581F-F628-44FF-A308-816DA856AC92}" dt="2026-06-06T00:45:43.074" v="777" actId="1076"/>
        <pc:sldMkLst>
          <pc:docMk/>
          <pc:sldMk cId="0" sldId="700"/>
        </pc:sldMkLst>
        <pc:spChg chg="add mod">
          <ac:chgData name="Lucy Grande" userId="7ad266ba-0b3d-4d78-9c0c-3f8060328c5c" providerId="ADAL" clId="{3C1B581F-F628-44FF-A308-816DA856AC92}" dt="2026-06-06T00:45:43.074" v="777" actId="1076"/>
          <ac:spMkLst>
            <pc:docMk/>
            <pc:sldMk cId="0" sldId="700"/>
            <ac:spMk id="7" creationId="{AD7C4411-8596-CB6D-2DAE-A3CFFBE00C93}"/>
          </ac:spMkLst>
        </pc:spChg>
      </pc:sldChg>
      <pc:sldChg chg="modSp mod">
        <pc:chgData name="Lucy Grande" userId="7ad266ba-0b3d-4d78-9c0c-3f8060328c5c" providerId="ADAL" clId="{3C1B581F-F628-44FF-A308-816DA856AC92}" dt="2026-06-06T00:45:15.984" v="776" actId="1076"/>
        <pc:sldMkLst>
          <pc:docMk/>
          <pc:sldMk cId="0" sldId="703"/>
        </pc:sldMkLst>
        <pc:spChg chg="mod">
          <ac:chgData name="Lucy Grande" userId="7ad266ba-0b3d-4d78-9c0c-3f8060328c5c" providerId="ADAL" clId="{3C1B581F-F628-44FF-A308-816DA856AC92}" dt="2026-06-06T00:45:15.984" v="776" actId="1076"/>
          <ac:spMkLst>
            <pc:docMk/>
            <pc:sldMk cId="0" sldId="703"/>
            <ac:spMk id="3" creationId="{00000000-0000-0000-0000-000000000000}"/>
          </ac:spMkLst>
        </pc:spChg>
        <pc:spChg chg="mod">
          <ac:chgData name="Lucy Grande" userId="7ad266ba-0b3d-4d78-9c0c-3f8060328c5c" providerId="ADAL" clId="{3C1B581F-F628-44FF-A308-816DA856AC92}" dt="2026-06-06T00:45:13.203" v="775" actId="1076"/>
          <ac:spMkLst>
            <pc:docMk/>
            <pc:sldMk cId="0" sldId="703"/>
            <ac:spMk id="4" creationId="{00000000-0000-0000-0000-000000000000}"/>
          </ac:spMkLst>
        </pc:spChg>
        <pc:spChg chg="mod">
          <ac:chgData name="Lucy Grande" userId="7ad266ba-0b3d-4d78-9c0c-3f8060328c5c" providerId="ADAL" clId="{3C1B581F-F628-44FF-A308-816DA856AC92}" dt="2026-06-06T00:45:11.286" v="774" actId="1076"/>
          <ac:spMkLst>
            <pc:docMk/>
            <pc:sldMk cId="0" sldId="703"/>
            <ac:spMk id="5" creationId="{00000000-0000-0000-0000-000000000000}"/>
          </ac:spMkLst>
        </pc:spChg>
        <pc:spChg chg="mod">
          <ac:chgData name="Lucy Grande" userId="7ad266ba-0b3d-4d78-9c0c-3f8060328c5c" providerId="ADAL" clId="{3C1B581F-F628-44FF-A308-816DA856AC92}" dt="2026-06-06T00:45:09.017" v="773" actId="1076"/>
          <ac:spMkLst>
            <pc:docMk/>
            <pc:sldMk cId="0" sldId="703"/>
            <ac:spMk id="6" creationId="{00000000-0000-0000-0000-000000000000}"/>
          </ac:spMkLst>
        </pc:spChg>
      </pc:sldChg>
      <pc:sldChg chg="modSp mod">
        <pc:chgData name="Lucy Grande" userId="7ad266ba-0b3d-4d78-9c0c-3f8060328c5c" providerId="ADAL" clId="{3C1B581F-F628-44FF-A308-816DA856AC92}" dt="2026-06-06T00:46:57.105" v="793" actId="14100"/>
        <pc:sldMkLst>
          <pc:docMk/>
          <pc:sldMk cId="0" sldId="738"/>
        </pc:sldMkLst>
        <pc:spChg chg="mod">
          <ac:chgData name="Lucy Grande" userId="7ad266ba-0b3d-4d78-9c0c-3f8060328c5c" providerId="ADAL" clId="{3C1B581F-F628-44FF-A308-816DA856AC92}" dt="2026-06-06T00:46:57.105" v="793" actId="14100"/>
          <ac:spMkLst>
            <pc:docMk/>
            <pc:sldMk cId="0" sldId="738"/>
            <ac:spMk id="3" creationId="{00000000-0000-0000-0000-000000000000}"/>
          </ac:spMkLst>
        </pc:spChg>
      </pc:sldChg>
      <pc:sldChg chg="modSp mod">
        <pc:chgData name="Lucy Grande" userId="7ad266ba-0b3d-4d78-9c0c-3f8060328c5c" providerId="ADAL" clId="{3C1B581F-F628-44FF-A308-816DA856AC92}" dt="2026-06-06T00:47:47.955" v="826" actId="123"/>
        <pc:sldMkLst>
          <pc:docMk/>
          <pc:sldMk cId="0" sldId="739"/>
        </pc:sldMkLst>
        <pc:spChg chg="mod">
          <ac:chgData name="Lucy Grande" userId="7ad266ba-0b3d-4d78-9c0c-3f8060328c5c" providerId="ADAL" clId="{3C1B581F-F628-44FF-A308-816DA856AC92}" dt="2026-06-06T00:47:29.810" v="820" actId="20577"/>
          <ac:spMkLst>
            <pc:docMk/>
            <pc:sldMk cId="0" sldId="739"/>
            <ac:spMk id="3" creationId="{00000000-0000-0000-0000-000000000000}"/>
          </ac:spMkLst>
        </pc:spChg>
        <pc:spChg chg="mod">
          <ac:chgData name="Lucy Grande" userId="7ad266ba-0b3d-4d78-9c0c-3f8060328c5c" providerId="ADAL" clId="{3C1B581F-F628-44FF-A308-816DA856AC92}" dt="2026-06-06T00:47:47.955" v="826" actId="123"/>
          <ac:spMkLst>
            <pc:docMk/>
            <pc:sldMk cId="0" sldId="739"/>
            <ac:spMk id="6" creationId="{00000000-0000-0000-0000-000000000000}"/>
          </ac:spMkLst>
        </pc:spChg>
      </pc:sldChg>
      <pc:sldChg chg="addSp modSp">
        <pc:chgData name="Lucy Grande" userId="7ad266ba-0b3d-4d78-9c0c-3f8060328c5c" providerId="ADAL" clId="{3C1B581F-F628-44FF-A308-816DA856AC92}" dt="2026-06-06T00:46:04.113" v="778"/>
        <pc:sldMkLst>
          <pc:docMk/>
          <pc:sldMk cId="0" sldId="740"/>
        </pc:sldMkLst>
        <pc:spChg chg="add mod">
          <ac:chgData name="Lucy Grande" userId="7ad266ba-0b3d-4d78-9c0c-3f8060328c5c" providerId="ADAL" clId="{3C1B581F-F628-44FF-A308-816DA856AC92}" dt="2026-06-06T00:46:04.113" v="778"/>
          <ac:spMkLst>
            <pc:docMk/>
            <pc:sldMk cId="0" sldId="740"/>
            <ac:spMk id="7" creationId="{7F0D1E89-8F66-5C28-3EFD-1A5EE32BFFA4}"/>
          </ac:spMkLst>
        </pc:spChg>
      </pc:sldChg>
      <pc:sldChg chg="modSp mod">
        <pc:chgData name="Lucy Grande" userId="7ad266ba-0b3d-4d78-9c0c-3f8060328c5c" providerId="ADAL" clId="{3C1B581F-F628-44FF-A308-816DA856AC92}" dt="2026-06-06T00:48:23.856" v="854" actId="20577"/>
        <pc:sldMkLst>
          <pc:docMk/>
          <pc:sldMk cId="0" sldId="741"/>
        </pc:sldMkLst>
        <pc:spChg chg="mod">
          <ac:chgData name="Lucy Grande" userId="7ad266ba-0b3d-4d78-9c0c-3f8060328c5c" providerId="ADAL" clId="{3C1B581F-F628-44FF-A308-816DA856AC92}" dt="2026-06-06T00:48:09.199" v="846" actId="1076"/>
          <ac:spMkLst>
            <pc:docMk/>
            <pc:sldMk cId="0" sldId="741"/>
            <ac:spMk id="3" creationId="{00000000-0000-0000-0000-000000000000}"/>
          </ac:spMkLst>
        </pc:spChg>
        <pc:spChg chg="mod">
          <ac:chgData name="Lucy Grande" userId="7ad266ba-0b3d-4d78-9c0c-3f8060328c5c" providerId="ADAL" clId="{3C1B581F-F628-44FF-A308-816DA856AC92}" dt="2026-06-06T00:48:23.856" v="854" actId="20577"/>
          <ac:spMkLst>
            <pc:docMk/>
            <pc:sldMk cId="0" sldId="741"/>
            <ac:spMk id="6" creationId="{00000000-0000-0000-0000-000000000000}"/>
          </ac:spMkLst>
        </pc:spChg>
      </pc:sldChg>
      <pc:sldChg chg="addSp modSp">
        <pc:chgData name="Lucy Grande" userId="7ad266ba-0b3d-4d78-9c0c-3f8060328c5c" providerId="ADAL" clId="{3C1B581F-F628-44FF-A308-816DA856AC92}" dt="2026-06-06T00:46:06.959" v="779"/>
        <pc:sldMkLst>
          <pc:docMk/>
          <pc:sldMk cId="0" sldId="742"/>
        </pc:sldMkLst>
        <pc:spChg chg="add mod">
          <ac:chgData name="Lucy Grande" userId="7ad266ba-0b3d-4d78-9c0c-3f8060328c5c" providerId="ADAL" clId="{3C1B581F-F628-44FF-A308-816DA856AC92}" dt="2026-06-06T00:46:06.959" v="779"/>
          <ac:spMkLst>
            <pc:docMk/>
            <pc:sldMk cId="0" sldId="742"/>
            <ac:spMk id="7" creationId="{15A14399-FFCC-456F-2177-1D92E504786A}"/>
          </ac:spMkLst>
        </pc:spChg>
      </pc:sldChg>
      <pc:sldChg chg="delSp mod">
        <pc:chgData name="Lucy Grande" userId="7ad266ba-0b3d-4d78-9c0c-3f8060328c5c" providerId="ADAL" clId="{3C1B581F-F628-44FF-A308-816DA856AC92}" dt="2026-06-06T00:48:31.293" v="856" actId="478"/>
        <pc:sldMkLst>
          <pc:docMk/>
          <pc:sldMk cId="0" sldId="744"/>
        </pc:sldMkLst>
        <pc:spChg chg="del">
          <ac:chgData name="Lucy Grande" userId="7ad266ba-0b3d-4d78-9c0c-3f8060328c5c" providerId="ADAL" clId="{3C1B581F-F628-44FF-A308-816DA856AC92}" dt="2026-06-06T00:48:30.195" v="855" actId="478"/>
          <ac:spMkLst>
            <pc:docMk/>
            <pc:sldMk cId="0" sldId="744"/>
            <ac:spMk id="4" creationId="{00000000-0000-0000-0000-000000000000}"/>
          </ac:spMkLst>
        </pc:spChg>
        <pc:spChg chg="del">
          <ac:chgData name="Lucy Grande" userId="7ad266ba-0b3d-4d78-9c0c-3f8060328c5c" providerId="ADAL" clId="{3C1B581F-F628-44FF-A308-816DA856AC92}" dt="2026-06-06T00:48:31.293" v="856" actId="478"/>
          <ac:spMkLst>
            <pc:docMk/>
            <pc:sldMk cId="0" sldId="744"/>
            <ac:spMk id="5" creationId="{00000000-0000-0000-0000-000000000000}"/>
          </ac:spMkLst>
        </pc:spChg>
      </pc:sldChg>
      <pc:sldChg chg="delSp mod">
        <pc:chgData name="Lucy Grande" userId="7ad266ba-0b3d-4d78-9c0c-3f8060328c5c" providerId="ADAL" clId="{3C1B581F-F628-44FF-A308-816DA856AC92}" dt="2026-06-06T00:48:36.601" v="858" actId="478"/>
        <pc:sldMkLst>
          <pc:docMk/>
          <pc:sldMk cId="0" sldId="745"/>
        </pc:sldMkLst>
        <pc:spChg chg="del">
          <ac:chgData name="Lucy Grande" userId="7ad266ba-0b3d-4d78-9c0c-3f8060328c5c" providerId="ADAL" clId="{3C1B581F-F628-44FF-A308-816DA856AC92}" dt="2026-06-06T00:48:34.619" v="857" actId="478"/>
          <ac:spMkLst>
            <pc:docMk/>
            <pc:sldMk cId="0" sldId="745"/>
            <ac:spMk id="4" creationId="{00000000-0000-0000-0000-000000000000}"/>
          </ac:spMkLst>
        </pc:spChg>
        <pc:spChg chg="del">
          <ac:chgData name="Lucy Grande" userId="7ad266ba-0b3d-4d78-9c0c-3f8060328c5c" providerId="ADAL" clId="{3C1B581F-F628-44FF-A308-816DA856AC92}" dt="2026-06-06T00:48:36.601" v="858" actId="478"/>
          <ac:spMkLst>
            <pc:docMk/>
            <pc:sldMk cId="0" sldId="745"/>
            <ac:spMk id="5" creationId="{00000000-0000-0000-0000-000000000000}"/>
          </ac:spMkLst>
        </pc:spChg>
      </pc:sldChg>
      <pc:sldChg chg="modSp add mod">
        <pc:chgData name="Lucy Grande" userId="7ad266ba-0b3d-4d78-9c0c-3f8060328c5c" providerId="ADAL" clId="{3C1B581F-F628-44FF-A308-816DA856AC92}" dt="2026-06-06T00:00:06.287" v="103" actId="20577"/>
        <pc:sldMkLst>
          <pc:docMk/>
          <pc:sldMk cId="218979588" sldId="747"/>
        </pc:sldMkLst>
        <pc:spChg chg="mod">
          <ac:chgData name="Lucy Grande" userId="7ad266ba-0b3d-4d78-9c0c-3f8060328c5c" providerId="ADAL" clId="{3C1B581F-F628-44FF-A308-816DA856AC92}" dt="2026-06-06T00:00:06.287" v="103" actId="20577"/>
          <ac:spMkLst>
            <pc:docMk/>
            <pc:sldMk cId="218979588" sldId="747"/>
            <ac:spMk id="3" creationId="{E78A5729-AEFF-FFBE-25F6-39E136645A44}"/>
          </ac:spMkLst>
        </pc:spChg>
      </pc:sldChg>
      <pc:sldChg chg="new del">
        <pc:chgData name="Lucy Grande" userId="7ad266ba-0b3d-4d78-9c0c-3f8060328c5c" providerId="ADAL" clId="{3C1B581F-F628-44FF-A308-816DA856AC92}" dt="2026-06-05T23:55:42.429" v="74" actId="2696"/>
        <pc:sldMkLst>
          <pc:docMk/>
          <pc:sldMk cId="833798085" sldId="747"/>
        </pc:sldMkLst>
      </pc:sldChg>
      <pc:sldChg chg="modSp add mod">
        <pc:chgData name="Lucy Grande" userId="7ad266ba-0b3d-4d78-9c0c-3f8060328c5c" providerId="ADAL" clId="{3C1B581F-F628-44FF-A308-816DA856AC92}" dt="2026-06-06T00:08:06.276" v="175" actId="14100"/>
        <pc:sldMkLst>
          <pc:docMk/>
          <pc:sldMk cId="2591678910" sldId="748"/>
        </pc:sldMkLst>
        <pc:spChg chg="mod">
          <ac:chgData name="Lucy Grande" userId="7ad266ba-0b3d-4d78-9c0c-3f8060328c5c" providerId="ADAL" clId="{3C1B581F-F628-44FF-A308-816DA856AC92}" dt="2026-06-06T00:08:06.276" v="175" actId="14100"/>
          <ac:spMkLst>
            <pc:docMk/>
            <pc:sldMk cId="2591678910" sldId="748"/>
            <ac:spMk id="3" creationId="{32CAC7E0-F757-3096-1D07-692E28BEBFF2}"/>
          </ac:spMkLst>
        </pc:spChg>
      </pc:sldChg>
      <pc:sldChg chg="modSp add mod">
        <pc:chgData name="Lucy Grande" userId="7ad266ba-0b3d-4d78-9c0c-3f8060328c5c" providerId="ADAL" clId="{3C1B581F-F628-44FF-A308-816DA856AC92}" dt="2026-06-06T00:18:37.596" v="324" actId="1076"/>
        <pc:sldMkLst>
          <pc:docMk/>
          <pc:sldMk cId="60576622" sldId="749"/>
        </pc:sldMkLst>
        <pc:spChg chg="mod">
          <ac:chgData name="Lucy Grande" userId="7ad266ba-0b3d-4d78-9c0c-3f8060328c5c" providerId="ADAL" clId="{3C1B581F-F628-44FF-A308-816DA856AC92}" dt="2026-06-06T00:18:37.596" v="324" actId="1076"/>
          <ac:spMkLst>
            <pc:docMk/>
            <pc:sldMk cId="60576622" sldId="749"/>
            <ac:spMk id="3" creationId="{0FF28CDE-6C30-2928-F397-9BD2019CF2AE}"/>
          </ac:spMkLst>
        </pc:spChg>
      </pc:sldChg>
      <pc:sldChg chg="modSp add mod">
        <pc:chgData name="Lucy Grande" userId="7ad266ba-0b3d-4d78-9c0c-3f8060328c5c" providerId="ADAL" clId="{3C1B581F-F628-44FF-A308-816DA856AC92}" dt="2026-06-06T00:22:32.704" v="395" actId="14100"/>
        <pc:sldMkLst>
          <pc:docMk/>
          <pc:sldMk cId="2622501389" sldId="750"/>
        </pc:sldMkLst>
        <pc:spChg chg="mod">
          <ac:chgData name="Lucy Grande" userId="7ad266ba-0b3d-4d78-9c0c-3f8060328c5c" providerId="ADAL" clId="{3C1B581F-F628-44FF-A308-816DA856AC92}" dt="2026-06-06T00:22:32.704" v="395" actId="14100"/>
          <ac:spMkLst>
            <pc:docMk/>
            <pc:sldMk cId="2622501389" sldId="750"/>
            <ac:spMk id="3" creationId="{5CE678C9-3B58-0F01-1D3E-082B9646C90D}"/>
          </ac:spMkLst>
        </pc:spChg>
      </pc:sldChg>
      <pc:sldChg chg="modSp add mod">
        <pc:chgData name="Lucy Grande" userId="7ad266ba-0b3d-4d78-9c0c-3f8060328c5c" providerId="ADAL" clId="{3C1B581F-F628-44FF-A308-816DA856AC92}" dt="2026-06-06T00:26:06.012" v="456" actId="1076"/>
        <pc:sldMkLst>
          <pc:docMk/>
          <pc:sldMk cId="4251640111" sldId="751"/>
        </pc:sldMkLst>
        <pc:spChg chg="mod">
          <ac:chgData name="Lucy Grande" userId="7ad266ba-0b3d-4d78-9c0c-3f8060328c5c" providerId="ADAL" clId="{3C1B581F-F628-44FF-A308-816DA856AC92}" dt="2026-06-06T00:26:06.012" v="456" actId="1076"/>
          <ac:spMkLst>
            <pc:docMk/>
            <pc:sldMk cId="4251640111" sldId="751"/>
            <ac:spMk id="3" creationId="{B017353F-3AB0-51E9-A967-2C2FFC3A24D4}"/>
          </ac:spMkLst>
        </pc:spChg>
      </pc:sldChg>
      <pc:sldChg chg="modSp add mod">
        <pc:chgData name="Lucy Grande" userId="7ad266ba-0b3d-4d78-9c0c-3f8060328c5c" providerId="ADAL" clId="{3C1B581F-F628-44FF-A308-816DA856AC92}" dt="2026-06-06T00:31:18.979" v="531" actId="1076"/>
        <pc:sldMkLst>
          <pc:docMk/>
          <pc:sldMk cId="760437768" sldId="752"/>
        </pc:sldMkLst>
        <pc:spChg chg="mod">
          <ac:chgData name="Lucy Grande" userId="7ad266ba-0b3d-4d78-9c0c-3f8060328c5c" providerId="ADAL" clId="{3C1B581F-F628-44FF-A308-816DA856AC92}" dt="2026-06-06T00:31:18.979" v="531" actId="1076"/>
          <ac:spMkLst>
            <pc:docMk/>
            <pc:sldMk cId="760437768" sldId="752"/>
            <ac:spMk id="3" creationId="{FC920E4B-A825-EEFB-1522-FAEE37056B3D}"/>
          </ac:spMkLst>
        </pc:spChg>
      </pc:sldChg>
      <pc:sldChg chg="modSp add mod ord">
        <pc:chgData name="Lucy Grande" userId="7ad266ba-0b3d-4d78-9c0c-3f8060328c5c" providerId="ADAL" clId="{3C1B581F-F628-44FF-A308-816DA856AC92}" dt="2026-06-06T00:35:37.325" v="608"/>
        <pc:sldMkLst>
          <pc:docMk/>
          <pc:sldMk cId="2050695638" sldId="753"/>
        </pc:sldMkLst>
        <pc:spChg chg="mod">
          <ac:chgData name="Lucy Grande" userId="7ad266ba-0b3d-4d78-9c0c-3f8060328c5c" providerId="ADAL" clId="{3C1B581F-F628-44FF-A308-816DA856AC92}" dt="2026-06-06T00:35:33.271" v="606" actId="1076"/>
          <ac:spMkLst>
            <pc:docMk/>
            <pc:sldMk cId="2050695638" sldId="753"/>
            <ac:spMk id="3" creationId="{2D336912-4388-2F4E-9652-FBC777B64A20}"/>
          </ac:spMkLst>
        </pc:spChg>
      </pc:sldChg>
      <pc:sldChg chg="modSp add mod">
        <pc:chgData name="Lucy Grande" userId="7ad266ba-0b3d-4d78-9c0c-3f8060328c5c" providerId="ADAL" clId="{3C1B581F-F628-44FF-A308-816DA856AC92}" dt="2026-06-06T00:41:56.905" v="704" actId="1076"/>
        <pc:sldMkLst>
          <pc:docMk/>
          <pc:sldMk cId="901209765" sldId="754"/>
        </pc:sldMkLst>
        <pc:spChg chg="mod">
          <ac:chgData name="Lucy Grande" userId="7ad266ba-0b3d-4d78-9c0c-3f8060328c5c" providerId="ADAL" clId="{3C1B581F-F628-44FF-A308-816DA856AC92}" dt="2026-06-06T00:41:56.905" v="704" actId="1076"/>
          <ac:spMkLst>
            <pc:docMk/>
            <pc:sldMk cId="901209765" sldId="754"/>
            <ac:spMk id="3" creationId="{26E863CC-BF0B-285F-E341-15ED8DA9DF09}"/>
          </ac:spMkLst>
        </pc:spChg>
      </pc:sldChg>
      <pc:sldChg chg="modSp add mod ord">
        <pc:chgData name="Lucy Grande" userId="7ad266ba-0b3d-4d78-9c0c-3f8060328c5c" providerId="ADAL" clId="{3C1B581F-F628-44FF-A308-816DA856AC92}" dt="2026-06-06T00:46:36.889" v="787"/>
        <pc:sldMkLst>
          <pc:docMk/>
          <pc:sldMk cId="81752971" sldId="755"/>
        </pc:sldMkLst>
        <pc:spChg chg="mod">
          <ac:chgData name="Lucy Grande" userId="7ad266ba-0b3d-4d78-9c0c-3f8060328c5c" providerId="ADAL" clId="{3C1B581F-F628-44FF-A308-816DA856AC92}" dt="2026-06-06T00:46:34.044" v="785" actId="14100"/>
          <ac:spMkLst>
            <pc:docMk/>
            <pc:sldMk cId="81752971" sldId="755"/>
            <ac:spMk id="3" creationId="{7C908800-8669-0608-8E3B-661D65E43AAD}"/>
          </ac:spMkLst>
        </pc:spChg>
      </pc:sldChg>
      <pc:sldMasterChg chg="modSldLayout">
        <pc:chgData name="Lucy Grande" userId="7ad266ba-0b3d-4d78-9c0c-3f8060328c5c" providerId="ADAL" clId="{3C1B581F-F628-44FF-A308-816DA856AC92}" dt="2026-06-06T00:14:01.629" v="232" actId="478"/>
        <pc:sldMasterMkLst>
          <pc:docMk/>
          <pc:sldMasterMk cId="2209977519" sldId="2147483648"/>
        </pc:sldMasterMkLst>
        <pc:sldLayoutChg chg="addSp delSp modSp mod">
          <pc:chgData name="Lucy Grande" userId="7ad266ba-0b3d-4d78-9c0c-3f8060328c5c" providerId="ADAL" clId="{3C1B581F-F628-44FF-A308-816DA856AC92}" dt="2026-06-06T00:14:01.629" v="232" actId="478"/>
          <pc:sldLayoutMkLst>
            <pc:docMk/>
            <pc:sldMasterMk cId="2209977519" sldId="2147483648"/>
            <pc:sldLayoutMk cId="1212999818" sldId="2147483655"/>
          </pc:sldLayoutMkLst>
          <pc:spChg chg="add del mod">
            <ac:chgData name="Lucy Grande" userId="7ad266ba-0b3d-4d78-9c0c-3f8060328c5c" providerId="ADAL" clId="{3C1B581F-F628-44FF-A308-816DA856AC92}" dt="2026-06-06T00:14:01.629" v="232" actId="478"/>
            <ac:spMkLst>
              <pc:docMk/>
              <pc:sldMasterMk cId="2209977519" sldId="2147483648"/>
              <pc:sldLayoutMk cId="1212999818" sldId="2147483655"/>
              <ac:spMk id="5" creationId="{2DE0E6BD-A6A0-7496-ABE2-1E8FCC7AC0DA}"/>
            </ac:spMkLst>
          </pc:spChg>
        </pc:sldLayoutChg>
      </pc:sldMasterChg>
    </pc:docChg>
  </pc:docChgLst>
</pc:chgInfo>
</file>

<file path=ppt/comments/modernComment_142_0.xml><?xml version="1.0" encoding="utf-8"?>
<p188:cmLst xmlns:a="http://schemas.openxmlformats.org/drawingml/2006/main" xmlns:r="http://schemas.openxmlformats.org/officeDocument/2006/relationships" xmlns:p188="http://schemas.microsoft.com/office/powerpoint/2018/8/main">
  <p188:cm id="{9CAE8041-D4E9-437C-9CE4-CAFFA6744CDF}" authorId="{6E21DEA6-85BC-3B0A-FC86-DF69148AE395}" created="2026-06-06T00:05:13.603">
    <ac:deMkLst xmlns:ac="http://schemas.microsoft.com/office/drawing/2013/main/command">
      <pc:docMk xmlns:pc="http://schemas.microsoft.com/office/powerpoint/2013/main/command"/>
      <pc:sldMk xmlns:pc="http://schemas.microsoft.com/office/powerpoint/2013/main/command" cId="0" sldId="322"/>
      <ac:spMk id="7" creationId="{00000000-0000-0000-0000-000000000000}"/>
    </ac:deMkLst>
    <p188:txBody>
      <a:bodyPr/>
      <a:lstStyle/>
      <a:p>
        <a:r>
          <a:rPr lang="es-MX"/>
          <a:t>Ajustar el texto en la PPT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81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2 introduction</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1 of Module 2</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test case en Robot Framework es una unidad de prueba con nombre propio que contiene una secuencia de pasos. Cada paso es una invocación a una keyword, que puede ser nativa del framework, proveniente de una biblioteca o definida por el propio equipo. Las keywords son la abstracción central del lenguaje: encapsulan una acción o verificación con un nombre legible en lenguaje natural. Pueden recibir argumentos, devolver valores y anidarse unas dentro de otras. Esta capacidad de composición es lo que permite construir pruebas complejas a partir de bloques simples.</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clave para escribir buenos test cases es mantenerlos en un nivel de abstracción alto: el caso de prueba debe leer como una historia de negocio, mientras que los detalles técnicos quedan encapsulados en keywords de nivel inferior. Esto facilita la comunicación con stakeholders no técnicos y simplifica el mantenimiento.</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2 of Module 2</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variable escalar representa un único valor: una cadena de texto, un número, un booleano o incluso una referencia a un objeto Python. Es el tipo más frecuente y el punto de partida para cualquier parametrización. La notación${}le indica al framework que debe sustituir el contenedor por su valor en el momento de la ejecución.</a:t>
            </a:r>
          </a:p>
          <a:p>
            <a:endParaRPr/>
          </a:p>
          <a:p>
            <a:r>
              <a:t>El nombre de la variable va dentro de las llaves y es insensible a mayúsculas y a los espacios (Robot Framework normaliza${Mi Variable}y${mi_variable}como equivalentes). Esta flexibilidad reduce errores tipográficos en proyectos de equipo.</a:t>
            </a:r>
          </a:p>
          <a:p>
            <a:endParaRPr/>
          </a:p>
          <a:p>
            <a:r>
              <a:t>El uso más habitual de las variables escalares es centralizar configuración (URLs base, credenciales, tiempos de espera) en la sección*** Variables ***del archivo principal o de un Resource, de modo que cambiar un entorno de prueba solo requiera modificar un único lugar.</a:t>
            </a:r>
          </a:p>
          <a:p>
            <a:endParaRPr/>
          </a:p>
          <a:p>
            <a:r>
              <a:t>La precedencia de variables permite sobrescribir valores desde la línea de comandos, lo que es fundamental para ejecutar las mismas suites en distintos entornos sin modificar el código.</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Cuando necesitas manejar una colección ordenada de valores, el tipo lista es la herramienta adecuada. La notación@{}le indica a Robot Framework que debe expandir el contenido como argumentos posicionales separados al pasarlo a una keyword. Esta expansión automática es la diferencia clave respecto al escalar.</a:t>
            </a:r>
          </a:p>
          <a:p>
            <a:endParaRPr/>
          </a:p>
          <a:p>
            <a:r>
              <a:t>Distinción importante:@{frutas}expande los elementos como argumentos múltiples, mientras que${frutas}trata la lista como un único objeto Python. Ambas notaciones son válidas sobre la misma variable; el contexto determina cuál usar.</a:t>
            </a:r>
          </a:p>
          <a:p>
            <a:endParaRPr/>
          </a:p>
          <a:p>
            <a:r>
              <a:t>Las listas son especialmente útiles para iterar con bucles FOR o para pasar múltiples argumentos a una keyword que los acepta de forma variádica.</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diccionarios almacenan datos en pares clave-valor, lo que los hace ideales para representar objetos estructurados: credenciales de usuario, parámetros de configuración agrupados, cuerpos de peticiones HTTP, o cualquier entidad con múltiples atributos relacionados. La notación&amp;{}indica al framework que debe tratar el contenido como un mapeo.</a:t>
            </a:r>
          </a:p>
          <a:p>
            <a:endParaRPr/>
          </a:p>
          <a:p>
            <a:r>
              <a:t>Nota de compatibilidad: al pasar&amp;{dict}a una keyword, Robot Framework expande los pares como argumentos con nombre (keyword    clave=valor). Esto es equivalente a los**kwargsde Python, lo que facilita la integración con librerías personalizadas.</a:t>
            </a:r>
          </a:p>
          <a:p>
            <a:endParaRPr/>
          </a:p>
          <a:p>
            <a:r>
              <a:t>Los diccionarios brillan cuando se trabaja con APIs REST, ya que el cuerpo de una petición JSON se mapea naturalmente a esta estructura.</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1 of Module 2</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archivo Resource (.resource o .robot) es un archivo de Robot Framework cuyo propósito exclusivo es contener definiciones reutilizables: keywords, variables y, opcionalmente, importaciones de librerías. A diferencia de un archivo de suite, un archivo Resource no puede contener test cases ni tasks directamente; su rol es servir como proveedor de bloques de construcción para otros archivos.</a:t>
            </a:r>
          </a:p>
          <a:p>
            <a:endParaRPr/>
          </a:p>
          <a:p>
            <a:r>
              <a:t>La separación de keywords en archivos Resource sigue el principio de responsabilidad única: cada archivo se encarga de un dominio concreto (por ejemplo, navegación web, operaciones de base de datos o validaciones de negocio). Esto reduce el acoplamiento entre componentes y facilita la búsqueda y corrección de errores.</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archivo Resource puede contener las siguientes secciones:</a:t>
            </a:r>
          </a:p>
          <a:p>
            <a:r>
              <a:t>-Settings: para importar librerías (Library) u otros archivos Resource (Resource).</a:t>
            </a:r>
          </a:p>
          <a:p>
            <a:r>
              <a:t>-Variables: para declarar variables escalares, listas y diccionarios compartidos.</a:t>
            </a:r>
          </a:p>
          <a:p>
            <a:r>
              <a:t>-Keywords: para definir keywords reutilizables con sus pasos y argumentos.</a:t>
            </a:r>
          </a:p>
          <a:p>
            <a:endParaRPr/>
          </a:p>
          <a:p>
            <a:r>
              <a:t>La secciónTest Casesno está permitida en un archivo Resource; intentar incluirla generará un error de parseo.</a:t>
            </a:r>
          </a:p>
          <a:p>
            <a:endParaRPr/>
          </a:p>
          <a:p>
            <a:r>
              <a:t>Para importar un archivo Resource en una suite, se usa la directiva Resource dentro de la secciónSettingsdel archivo que lo consume. La ruta puede ser relativa al archivo que lo importa o absoluta. Robot Framework resuelve la ruta en tiempo de ejecución. Es una buena práctica usar rutas relativas para que el proyecto sea portable entre distintos entornos.</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Lesson 2 of Module 2</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tags son etiquetas de texto libre que se asignan a los test cases para clasificarlos, filtrarlos y generar métricas en los reportes. Funcionan de manera similar a las etiquetas en un sistema de gestión de incidencias: permiten agrupar pruebas por funcionalidad, prioridad, entorno o cualquier criterio que el equipo defina.</a:t>
            </a:r>
          </a:p>
          <a:p>
            <a:endParaRPr/>
          </a:p>
          <a:p>
            <a:r>
              <a:t>Un test case puede tener múltiples tags simultáneamente, lo que lo hace perteneciente a varios grupos a la vez. Esta flexibilidad es especialmente útil en proyectos con diferentes niveles de prueba (smoke, regresión, integración) o con pruebas dirigidas a distintos módulos del sistema.</a:t>
            </a:r>
          </a:p>
          <a:p>
            <a:endParaRPr/>
          </a:p>
          <a:p>
            <a:r>
              <a:t>Los tags se declaran en la secciónSettingsde una suite (afectando a todos los test cases del archivo) o directamente en la sección [Tags] de cada test case individual. Desde Robot Framework 6, también existe la etiqueta Test Tags a nivel de suite que reemplaza a Force Tags y Default Tags de versiones anteriores.</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Setup y Teardown son bloques de código que se ejecutan automáticamente antes y después de un test case o de una suite completa, respectivamente. Su propósito es garantizar que el entorno esté en el estado correcto para ejecutar las pruebas y que, independientemente del resultado, los recursos queden liberados o el sistema quede limpio.</a:t>
            </a:r>
          </a:p>
          <a:p>
            <a:endParaRPr/>
          </a:p>
          <a:p>
            <a:r>
              <a:t>La analogía más clara es la de preparar una mesa antes de una reunión (Setup) y recoger todo al terminar (Teardown), sin importar cómo fue la reunión. Esta separación entre la lógica de preparación y la lógica de prueba hace que los test cases sean más limpios y enfocados.</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Robot Framework ofrece cuatro niveles de Setup/Teardown:</a:t>
            </a:r>
          </a:p>
          <a:p>
            <a:endParaRPr/>
          </a:p>
          <a:p>
            <a:r>
              <a:t>Nivel Test Case: [Setup] / [Teardown] — Antes/después de cada test case individual</a:t>
            </a:r>
          </a:p>
          <a:p>
            <a:r>
              <a:t>Nivel Suite (archivo): Suite Setup / Suite Teardown — Al inicio/final del archivo .robot</a:t>
            </a:r>
          </a:p>
          <a:p>
            <a:r>
              <a:t>Nivel Suite (directorio): Suite Setup / Suite Teardown en __init__.robot — Al inicio/final del directorio completo</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Robot Framework, una suite puede ser un archivo .robot individual o un directorio que contiene múltiples archivos y subdirectorios. Esta capacidad de anidar suites en una jerarquía de directorios permite organizar proyectos grandes de forma intuitiva, reflejando la estructura del sistema bajo prueba.</a:t>
            </a:r>
          </a:p>
          <a:p>
            <a:endParaRPr/>
          </a:p>
          <a:p>
            <a:r>
              <a:t>La jerarquía no es solo organizativa: afecta directamente cómo se reportan los resultados, cómo se heredan los settings y cómo se ejecutan subconjuntos del proyecto desde la línea de comandos.</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Chapter 2 summary</a:t>
            </a:r>
          </a:p>
        </p:txBody>
      </p:sp>
      <p:sp>
        <p:nvSpPr>
          <p:cNvPr id="4" name="Slide Number Placeholder 3"/>
          <p:cNvSpPr>
            <a:spLocks noGrp="1"/>
          </p:cNvSpPr>
          <p:nvPr>
            <p:ph type="sldNum" sz="quarter" idx="5"/>
          </p:nvPr>
        </p:nvSpPr>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1D65F-7503-1A40-2547-56C78BB4A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FD849-ACC9-6572-CE32-31193DBADAB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AB93E7E-D533-0241-BBE8-90B441159145}"/>
              </a:ext>
            </a:extLst>
          </p:cNvPr>
          <p:cNvSpPr>
            <a:spLocks noGrp="1"/>
          </p:cNvSpPr>
          <p:nvPr>
            <p:ph type="body" sz="quarter" idx="3"/>
          </p:nvPr>
        </p:nvSpPr>
        <p:spPr/>
        <p:txBody>
          <a:bodyPr/>
          <a:lstStyle/>
          <a:p>
            <a:r>
              <a:t>Chapter 2 summary</a:t>
            </a:r>
          </a:p>
        </p:txBody>
      </p:sp>
      <p:sp>
        <p:nvSpPr>
          <p:cNvPr id="4" name="Slide Number Placeholder 3">
            <a:extLst>
              <a:ext uri="{FF2B5EF4-FFF2-40B4-BE49-F238E27FC236}">
                <a16:creationId xmlns:a16="http://schemas.microsoft.com/office/drawing/2014/main" id="{D12EDFC3-A816-244F-9FC6-7F3C5AA682F9}"/>
              </a:ext>
            </a:extLst>
          </p:cNvPr>
          <p:cNvSpPr>
            <a:spLocks noGrp="1"/>
          </p:cNvSpPr>
          <p:nvPr>
            <p:ph type="sldNum" sz="quarter" idx="5"/>
          </p:nvPr>
        </p:nvSpPr>
        <p:spPr/>
      </p:sp>
    </p:spTree>
    <p:extLst>
      <p:ext uri="{BB962C8B-B14F-4D97-AF65-F5344CB8AC3E}">
        <p14:creationId xmlns:p14="http://schemas.microsoft.com/office/powerpoint/2010/main" val="343085405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intro for Suite estructurada con keywords reutilizables y archivo Resource</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intro for Parametrización con Setup/Teardown y filtrado por tags</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references from theory book bibliography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microsoft.com/office/2018/10/relationships/comments" Target="../comments/modernComment_142_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2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3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3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3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image" Target="../media/image22.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23.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 Id="rId3" Type="http://schemas.openxmlformats.org/officeDocument/2006/relationships/image" Target="../media/image25.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image" Target="../media/image2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84632" y="411480"/>
            <a:ext cx="749808"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011680"/>
            <a:ext cx="5303520" cy="1645920"/>
          </a:xfrm>
          <a:prstGeom prst="rect">
            <a:avLst/>
          </a:prstGeom>
          <a:noFill/>
        </p:spPr>
        <p:txBody>
          <a:bodyPr wrap="square" anchor="b">
            <a:spAutoFit/>
          </a:bodyPr>
          <a:lstStyle/>
          <a:p>
            <a:pPr algn="l">
              <a:defRPr sz="8000" b="1">
                <a:solidFill>
                  <a:srgbClr val="111111"/>
                </a:solidFill>
                <a:latin typeface="Neue Haas Grotesk Text Pro"/>
              </a:defRPr>
            </a:pPr>
            <a:r>
              <a:t>Capítulo 2</a:t>
            </a:r>
          </a:p>
        </p:txBody>
      </p:sp>
      <p:sp>
        <p:nvSpPr>
          <p:cNvPr id="4" name="Rectangle 3"/>
          <p:cNvSpPr/>
          <p:nvPr/>
        </p:nvSpPr>
        <p:spPr>
          <a:xfrm>
            <a:off x="548640" y="3749039"/>
            <a:ext cx="530352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931920"/>
            <a:ext cx="5303520" cy="1371600"/>
          </a:xfrm>
          <a:prstGeom prst="rect">
            <a:avLst/>
          </a:prstGeom>
          <a:noFill/>
        </p:spPr>
        <p:txBody>
          <a:bodyPr wrap="square" anchor="t">
            <a:spAutoFit/>
          </a:bodyPr>
          <a:lstStyle/>
          <a:p>
            <a:pPr algn="l">
              <a:defRPr sz="3000" b="1">
                <a:solidFill>
                  <a:srgbClr val="003366"/>
                </a:solidFill>
                <a:latin typeface="Neue Haas Grotesk Text Pro"/>
              </a:defRPr>
            </a:pPr>
            <a:r>
              <a:t>Sintaxis y Diseño de Suites de Prueba</a:t>
            </a:r>
          </a:p>
        </p:txBody>
      </p:sp>
      <p:sp>
        <p:nvSpPr>
          <p:cNvPr id="6" name="TextBox 5"/>
          <p:cNvSpPr txBox="1"/>
          <p:nvPr/>
        </p:nvSpPr>
        <p:spPr>
          <a:xfrm>
            <a:off x="6217920" y="320040"/>
            <a:ext cx="5029200" cy="548640"/>
          </a:xfrm>
          <a:prstGeom prst="rect">
            <a:avLst/>
          </a:prstGeom>
          <a:noFill/>
        </p:spPr>
        <p:txBody>
          <a:bodyPr wrap="none">
            <a:spAutoFit/>
          </a:bodyPr>
          <a:lstStyle/>
          <a:p>
            <a:pPr algn="l">
              <a:defRPr sz="2200" b="1">
                <a:solidFill>
                  <a:srgbClr val="111111"/>
                </a:solidFill>
                <a:latin typeface="Neue Haas Grotesk Text Pro"/>
              </a:defRPr>
            </a:pPr>
            <a:r>
              <a:t>Objetivos:</a:t>
            </a:r>
          </a:p>
        </p:txBody>
      </p:sp>
      <p:sp>
        <p:nvSpPr>
          <p:cNvPr id="7" name="TextBox 6"/>
          <p:cNvSpPr txBox="1"/>
          <p:nvPr/>
        </p:nvSpPr>
        <p:spPr>
          <a:xfrm>
            <a:off x="6217920" y="914400"/>
            <a:ext cx="5029200" cy="3383280"/>
          </a:xfrm>
          <a:prstGeom prst="rect">
            <a:avLst/>
          </a:prstGeom>
          <a:noFill/>
        </p:spPr>
        <p:txBody>
          <a:bodyPr wrap="square">
            <a:spAutoFit/>
          </a:bodyPr>
          <a:lstStyle/>
          <a:p>
            <a:pPr>
              <a:spcAft>
                <a:spcPts val="600"/>
              </a:spcAft>
            </a:pPr>
            <a:r>
              <a:rPr sz="1600" b="1" dirty="0">
                <a:solidFill>
                  <a:srgbClr val="FFC000"/>
                </a:solidFill>
                <a:latin typeface="Neue Haas Grotesk Text Pro"/>
              </a:rPr>
              <a:t>• </a:t>
            </a:r>
            <a:r>
              <a:rPr sz="1600" b="0" dirty="0" err="1">
                <a:solidFill>
                  <a:srgbClr val="222222"/>
                </a:solidFill>
                <a:latin typeface="Neue Haas Grotesk Text Pro"/>
              </a:rPr>
              <a:t>Describir</a:t>
            </a:r>
            <a:r>
              <a:rPr sz="1600" b="0" dirty="0">
                <a:solidFill>
                  <a:srgbClr val="222222"/>
                </a:solidFill>
                <a:latin typeface="Neue Haas Grotesk Text Pro"/>
              </a:rPr>
              <a:t> la </a:t>
            </a:r>
            <a:r>
              <a:rPr sz="1600" b="0" dirty="0" err="1">
                <a:solidFill>
                  <a:srgbClr val="222222"/>
                </a:solidFill>
                <a:latin typeface="Neue Haas Grotesk Text Pro"/>
              </a:rPr>
              <a:t>relación</a:t>
            </a:r>
            <a:r>
              <a:rPr sz="1600" b="0" dirty="0">
                <a:solidFill>
                  <a:srgbClr val="222222"/>
                </a:solidFill>
                <a:latin typeface="Neue Haas Grotesk Text Pro"/>
              </a:rPr>
              <a:t> </a:t>
            </a:r>
            <a:r>
              <a:rPr sz="1600" b="0" dirty="0" err="1">
                <a:solidFill>
                  <a:srgbClr val="222222"/>
                </a:solidFill>
                <a:latin typeface="Neue Haas Grotesk Text Pro"/>
              </a:rPr>
              <a:t>estructural</a:t>
            </a:r>
            <a:r>
              <a:rPr sz="1600" b="0" dirty="0">
                <a:solidFill>
                  <a:srgbClr val="222222"/>
                </a:solidFill>
                <a:latin typeface="Neue Haas Grotesk Text Pro"/>
              </a:rPr>
              <a:t> entre test cases, keywords y </a:t>
            </a:r>
            <a:r>
              <a:rPr sz="1600" b="0" dirty="0" err="1">
                <a:solidFill>
                  <a:srgbClr val="222222"/>
                </a:solidFill>
                <a:latin typeface="Neue Haas Grotesk Text Pro"/>
              </a:rPr>
              <a:t>bibliotecas</a:t>
            </a:r>
            <a:r>
              <a:rPr sz="1600" b="0" dirty="0">
                <a:solidFill>
                  <a:srgbClr val="222222"/>
                </a:solidFill>
                <a:latin typeface="Neue Haas Grotesk Text Pro"/>
              </a:rPr>
              <a:t> </a:t>
            </a:r>
            <a:r>
              <a:rPr sz="1600" b="0" dirty="0" err="1">
                <a:solidFill>
                  <a:srgbClr val="222222"/>
                </a:solidFill>
                <a:latin typeface="Neue Haas Grotesk Text Pro"/>
              </a:rPr>
              <a:t>dentro</a:t>
            </a:r>
            <a:r>
              <a:rPr sz="1600" b="0" dirty="0">
                <a:solidFill>
                  <a:srgbClr val="222222"/>
                </a:solidFill>
                <a:latin typeface="Neue Haas Grotesk Text Pro"/>
              </a:rPr>
              <a:t> de </a:t>
            </a:r>
            <a:r>
              <a:rPr sz="1600" b="0" dirty="0" err="1">
                <a:solidFill>
                  <a:srgbClr val="222222"/>
                </a:solidFill>
                <a:latin typeface="Neue Haas Grotesk Text Pro"/>
              </a:rPr>
              <a:t>una</a:t>
            </a:r>
            <a:r>
              <a:rPr sz="1600" b="0" dirty="0">
                <a:solidFill>
                  <a:srgbClr val="222222"/>
                </a:solidFill>
                <a:latin typeface="Neue Haas Grotesk Text Pro"/>
              </a:rPr>
              <a:t> suite de Robot Framework.</a:t>
            </a:r>
          </a:p>
          <a:p>
            <a:pPr>
              <a:spcAft>
                <a:spcPts val="600"/>
              </a:spcAft>
            </a:pPr>
            <a:r>
              <a:rPr sz="1600" b="1" dirty="0">
                <a:solidFill>
                  <a:srgbClr val="FFC000"/>
                </a:solidFill>
                <a:latin typeface="Neue Haas Grotesk Text Pro"/>
              </a:rPr>
              <a:t>• </a:t>
            </a:r>
            <a:r>
              <a:rPr sz="1600" b="0" dirty="0" err="1">
                <a:solidFill>
                  <a:srgbClr val="222222"/>
                </a:solidFill>
                <a:latin typeface="Neue Haas Grotesk Text Pro"/>
              </a:rPr>
              <a:t>Explicar</a:t>
            </a:r>
            <a:r>
              <a:rPr sz="1600" b="0" dirty="0">
                <a:solidFill>
                  <a:srgbClr val="222222"/>
                </a:solidFill>
                <a:latin typeface="Neue Haas Grotesk Text Pro"/>
              </a:rPr>
              <a:t> las </a:t>
            </a:r>
            <a:r>
              <a:rPr sz="1600" b="0" dirty="0" err="1">
                <a:solidFill>
                  <a:srgbClr val="222222"/>
                </a:solidFill>
                <a:latin typeface="Neue Haas Grotesk Text Pro"/>
              </a:rPr>
              <a:t>funcionalidades</a:t>
            </a:r>
            <a:r>
              <a:rPr sz="1600" b="0" dirty="0">
                <a:solidFill>
                  <a:srgbClr val="222222"/>
                </a:solidFill>
                <a:latin typeface="Neue Haas Grotesk Text Pro"/>
              </a:rPr>
              <a:t> </a:t>
            </a:r>
            <a:r>
              <a:rPr sz="1600" b="0" dirty="0" err="1">
                <a:solidFill>
                  <a:srgbClr val="222222"/>
                </a:solidFill>
                <a:latin typeface="Neue Haas Grotesk Text Pro"/>
              </a:rPr>
              <a:t>principales</a:t>
            </a:r>
            <a:r>
              <a:rPr sz="1600" b="0" dirty="0">
                <a:solidFill>
                  <a:srgbClr val="222222"/>
                </a:solidFill>
                <a:latin typeface="Neue Haas Grotesk Text Pro"/>
              </a:rPr>
              <a:t> de las </a:t>
            </a:r>
            <a:r>
              <a:rPr sz="1600" b="0" dirty="0" err="1">
                <a:solidFill>
                  <a:srgbClr val="222222"/>
                </a:solidFill>
                <a:latin typeface="Neue Haas Grotesk Text Pro"/>
              </a:rPr>
              <a:t>bibliotecas</a:t>
            </a:r>
            <a:r>
              <a:rPr sz="1600" b="0" dirty="0">
                <a:solidFill>
                  <a:srgbClr val="222222"/>
                </a:solidFill>
                <a:latin typeface="Neue Haas Grotesk Text Pro"/>
              </a:rPr>
              <a:t> </a:t>
            </a:r>
            <a:r>
              <a:rPr sz="1600" b="0" dirty="0" err="1">
                <a:solidFill>
                  <a:srgbClr val="222222"/>
                </a:solidFill>
                <a:latin typeface="Neue Haas Grotesk Text Pro"/>
              </a:rPr>
              <a:t>BuiltIn</a:t>
            </a:r>
            <a:r>
              <a:rPr sz="1600" b="0" dirty="0">
                <a:solidFill>
                  <a:srgbClr val="222222"/>
                </a:solidFill>
                <a:latin typeface="Neue Haas Grotesk Text Pro"/>
              </a:rPr>
              <a:t>, Collections y </a:t>
            </a:r>
            <a:r>
              <a:rPr sz="1600" b="0" dirty="0" err="1">
                <a:solidFill>
                  <a:srgbClr val="222222"/>
                </a:solidFill>
                <a:latin typeface="Neue Haas Grotesk Text Pro"/>
              </a:rPr>
              <a:t>OperatingSystem</a:t>
            </a:r>
            <a:r>
              <a:rPr sz="1600" b="0" dirty="0">
                <a:solidFill>
                  <a:srgbClr val="222222"/>
                </a:solidFill>
                <a:latin typeface="Neue Haas Grotesk Text Pro"/>
              </a:rPr>
              <a:t> con </a:t>
            </a:r>
            <a:r>
              <a:rPr sz="1600" b="0" dirty="0" err="1">
                <a:solidFill>
                  <a:srgbClr val="222222"/>
                </a:solidFill>
                <a:latin typeface="Neue Haas Grotesk Text Pro"/>
              </a:rPr>
              <a:t>ejemplos</a:t>
            </a:r>
            <a:r>
              <a:rPr sz="1600" b="0" dirty="0">
                <a:solidFill>
                  <a:srgbClr val="222222"/>
                </a:solidFill>
                <a:latin typeface="Neue Haas Grotesk Text Pro"/>
              </a:rPr>
              <a:t> </a:t>
            </a:r>
            <a:r>
              <a:rPr sz="1600" b="0" dirty="0" err="1">
                <a:solidFill>
                  <a:srgbClr val="222222"/>
                </a:solidFill>
                <a:latin typeface="Neue Haas Grotesk Text Pro"/>
              </a:rPr>
              <a:t>concretos</a:t>
            </a:r>
            <a:r>
              <a:rPr sz="1600" b="0" dirty="0">
                <a:solidFill>
                  <a:srgbClr val="222222"/>
                </a:solidFill>
                <a:latin typeface="Neue Haas Grotesk Text Pro"/>
              </a:rPr>
              <a:t>.</a:t>
            </a:r>
          </a:p>
          <a:p>
            <a:pPr>
              <a:spcAft>
                <a:spcPts val="600"/>
              </a:spcAft>
            </a:pPr>
            <a:r>
              <a:rPr sz="1600" b="1" dirty="0">
                <a:solidFill>
                  <a:srgbClr val="FFC000"/>
                </a:solidFill>
                <a:latin typeface="Neue Haas Grotesk Text Pro"/>
              </a:rPr>
              <a:t>• </a:t>
            </a:r>
            <a:r>
              <a:rPr sz="1600" b="0" dirty="0" err="1">
                <a:solidFill>
                  <a:srgbClr val="222222"/>
                </a:solidFill>
                <a:latin typeface="Neue Haas Grotesk Text Pro"/>
              </a:rPr>
              <a:t>Interpretar</a:t>
            </a:r>
            <a:r>
              <a:rPr sz="1600" b="0" dirty="0">
                <a:solidFill>
                  <a:srgbClr val="222222"/>
                </a:solidFill>
                <a:latin typeface="Neue Haas Grotesk Text Pro"/>
              </a:rPr>
              <a:t> la </a:t>
            </a:r>
            <a:r>
              <a:rPr sz="1600" b="0" dirty="0" err="1">
                <a:solidFill>
                  <a:srgbClr val="222222"/>
                </a:solidFill>
                <a:latin typeface="Neue Haas Grotesk Text Pro"/>
              </a:rPr>
              <a:t>diferencia</a:t>
            </a:r>
            <a:r>
              <a:rPr sz="1600" b="0" dirty="0">
                <a:solidFill>
                  <a:srgbClr val="222222"/>
                </a:solidFill>
                <a:latin typeface="Neue Haas Grotesk Text Pro"/>
              </a:rPr>
              <a:t> entre keywords de alto </a:t>
            </a:r>
            <a:r>
              <a:rPr sz="1600" b="0" dirty="0" err="1">
                <a:solidFill>
                  <a:srgbClr val="222222"/>
                </a:solidFill>
                <a:latin typeface="Neue Haas Grotesk Text Pro"/>
              </a:rPr>
              <a:t>nivel</a:t>
            </a:r>
            <a:r>
              <a:rPr sz="1600" b="0" dirty="0">
                <a:solidFill>
                  <a:srgbClr val="222222"/>
                </a:solidFill>
                <a:latin typeface="Neue Haas Grotesk Text Pro"/>
              </a:rPr>
              <a:t> y keywords </a:t>
            </a:r>
            <a:r>
              <a:rPr sz="1600" b="0" dirty="0" err="1">
                <a:solidFill>
                  <a:srgbClr val="222222"/>
                </a:solidFill>
                <a:latin typeface="Neue Haas Grotesk Text Pro"/>
              </a:rPr>
              <a:t>técnicas</a:t>
            </a:r>
            <a:r>
              <a:rPr sz="1600" b="0" dirty="0">
                <a:solidFill>
                  <a:srgbClr val="222222"/>
                </a:solidFill>
                <a:latin typeface="Neue Haas Grotesk Text Pro"/>
              </a:rPr>
              <a:t> para </a:t>
            </a:r>
            <a:r>
              <a:rPr sz="1600" b="0" dirty="0" err="1">
                <a:solidFill>
                  <a:srgbClr val="222222"/>
                </a:solidFill>
                <a:latin typeface="Neue Haas Grotesk Text Pro"/>
              </a:rPr>
              <a:t>comprender</a:t>
            </a:r>
            <a:r>
              <a:rPr sz="1600" b="0" dirty="0">
                <a:solidFill>
                  <a:srgbClr val="222222"/>
                </a:solidFill>
                <a:latin typeface="Neue Haas Grotesk Text Pro"/>
              </a:rPr>
              <a:t> </a:t>
            </a:r>
            <a:r>
              <a:rPr sz="1600" b="0" dirty="0" err="1">
                <a:solidFill>
                  <a:srgbClr val="222222"/>
                </a:solidFill>
                <a:latin typeface="Neue Haas Grotesk Text Pro"/>
              </a:rPr>
              <a:t>cómo</a:t>
            </a:r>
            <a:r>
              <a:rPr sz="1600" b="0" dirty="0">
                <a:solidFill>
                  <a:srgbClr val="222222"/>
                </a:solidFill>
                <a:latin typeface="Neue Haas Grotesk Text Pro"/>
              </a:rPr>
              <a:t> se </a:t>
            </a:r>
            <a:r>
              <a:rPr sz="1600" b="0" dirty="0" err="1">
                <a:solidFill>
                  <a:srgbClr val="222222"/>
                </a:solidFill>
                <a:latin typeface="Neue Haas Grotesk Text Pro"/>
              </a:rPr>
              <a:t>organizan</a:t>
            </a:r>
            <a:r>
              <a:rPr sz="1600" b="0" dirty="0">
                <a:solidFill>
                  <a:srgbClr val="222222"/>
                </a:solidFill>
                <a:latin typeface="Neue Haas Grotesk Text Pro"/>
              </a:rPr>
              <a:t> las </a:t>
            </a:r>
            <a:r>
              <a:rPr sz="1600" b="0" dirty="0" err="1">
                <a:solidFill>
                  <a:srgbClr val="222222"/>
                </a:solidFill>
                <a:latin typeface="Neue Haas Grotesk Text Pro"/>
              </a:rPr>
              <a:t>pruebas</a:t>
            </a:r>
            <a:r>
              <a:rPr sz="1600" b="0" dirty="0">
                <a:solidFill>
                  <a:srgbClr val="222222"/>
                </a:solidFill>
                <a:latin typeface="Neue Haas Grotesk Text Pro"/>
              </a:rPr>
              <a:t>.</a:t>
            </a:r>
          </a:p>
          <a:p>
            <a:pPr>
              <a:spcAft>
                <a:spcPts val="600"/>
              </a:spcAft>
            </a:pPr>
            <a:r>
              <a:rPr sz="1600" b="1" dirty="0">
                <a:solidFill>
                  <a:srgbClr val="FFC000"/>
                </a:solidFill>
                <a:latin typeface="Neue Haas Grotesk Text Pro"/>
              </a:rPr>
              <a:t>• </a:t>
            </a:r>
            <a:r>
              <a:rPr sz="1600" b="0" dirty="0">
                <a:solidFill>
                  <a:srgbClr val="222222"/>
                </a:solidFill>
                <a:latin typeface="Neue Haas Grotesk Text Pro"/>
              </a:rPr>
              <a:t>Los test cases </a:t>
            </a:r>
            <a:r>
              <a:rPr sz="1600" b="0" dirty="0" err="1">
                <a:solidFill>
                  <a:srgbClr val="222222"/>
                </a:solidFill>
                <a:latin typeface="Neue Haas Grotesk Text Pro"/>
              </a:rPr>
              <a:t>describen</a:t>
            </a:r>
            <a:r>
              <a:rPr sz="1600" b="0" dirty="0">
                <a:solidFill>
                  <a:srgbClr val="222222"/>
                </a:solidFill>
                <a:latin typeface="Neue Haas Grotesk Text Pro"/>
              </a:rPr>
              <a:t> </a:t>
            </a:r>
            <a:r>
              <a:rPr sz="1600" b="0" dirty="0" err="1">
                <a:solidFill>
                  <a:srgbClr val="222222"/>
                </a:solidFill>
                <a:latin typeface="Neue Haas Grotesk Text Pro"/>
              </a:rPr>
              <a:t>elquéverificar</a:t>
            </a:r>
            <a:r>
              <a:rPr sz="1600" b="0" dirty="0">
                <a:solidFill>
                  <a:srgbClr val="222222"/>
                </a:solidFill>
                <a:latin typeface="Neue Haas Grotesk Text Pro"/>
              </a:rPr>
              <a:t>; las keywords </a:t>
            </a:r>
            <a:r>
              <a:rPr sz="1600" b="0" dirty="0" err="1">
                <a:solidFill>
                  <a:srgbClr val="222222"/>
                </a:solidFill>
                <a:latin typeface="Neue Haas Grotesk Text Pro"/>
              </a:rPr>
              <a:t>describen</a:t>
            </a:r>
            <a:r>
              <a:rPr sz="1600" b="0" dirty="0">
                <a:solidFill>
                  <a:srgbClr val="222222"/>
                </a:solidFill>
                <a:latin typeface="Neue Haas Grotesk Text Pro"/>
              </a:rPr>
              <a:t> </a:t>
            </a:r>
            <a:r>
              <a:rPr sz="1600" b="0" dirty="0" err="1">
                <a:solidFill>
                  <a:srgbClr val="222222"/>
                </a:solidFill>
                <a:latin typeface="Neue Haas Grotesk Text Pro"/>
              </a:rPr>
              <a:t>elcómo</a:t>
            </a:r>
            <a:r>
              <a:rPr sz="1600" b="0" dirty="0">
                <a:solidFill>
                  <a:srgbClr val="222222"/>
                </a:solidFill>
                <a:latin typeface="Neue Haas Grotesk Text Pro"/>
              </a:rPr>
              <a:t>, y las </a:t>
            </a:r>
            <a:r>
              <a:rPr sz="1600" b="0" dirty="0" err="1">
                <a:solidFill>
                  <a:srgbClr val="222222"/>
                </a:solidFill>
                <a:latin typeface="Neue Haas Grotesk Text Pro"/>
              </a:rPr>
              <a:t>bibliotecas</a:t>
            </a:r>
            <a:r>
              <a:rPr sz="1600" b="0" dirty="0">
                <a:solidFill>
                  <a:srgbClr val="222222"/>
                </a:solidFill>
                <a:latin typeface="Neue Haas Grotesk Text Pro"/>
              </a:rPr>
              <a:t> </a:t>
            </a:r>
            <a:r>
              <a:rPr sz="1600" b="0" dirty="0" err="1">
                <a:solidFill>
                  <a:srgbClr val="222222"/>
                </a:solidFill>
                <a:latin typeface="Neue Haas Grotesk Text Pro"/>
              </a:rPr>
              <a:t>proveen</a:t>
            </a:r>
            <a:r>
              <a:rPr sz="1600" b="0" dirty="0">
                <a:solidFill>
                  <a:srgbClr val="222222"/>
                </a:solidFill>
                <a:latin typeface="Neue Haas Grotesk Text Pro"/>
              </a:rPr>
              <a:t> </a:t>
            </a:r>
            <a:r>
              <a:rPr sz="1600" b="0" dirty="0" err="1">
                <a:solidFill>
                  <a:srgbClr val="222222"/>
                </a:solidFill>
                <a:latin typeface="Neue Haas Grotesk Text Pro"/>
              </a:rPr>
              <a:t>el</a:t>
            </a:r>
            <a:r>
              <a:rPr sz="1600" b="0" dirty="0">
                <a:solidFill>
                  <a:srgbClr val="222222"/>
                </a:solidFill>
                <a:latin typeface="Neue Haas Grotesk Text Pro"/>
              </a:rPr>
              <a:t> </a:t>
            </a:r>
            <a:r>
              <a:rPr sz="1600" b="0" dirty="0" err="1">
                <a:solidFill>
                  <a:srgbClr val="222222"/>
                </a:solidFill>
                <a:latin typeface="Neue Haas Grotesk Text Pro"/>
              </a:rPr>
              <a:t>vocabulario</a:t>
            </a:r>
            <a:r>
              <a:rPr sz="1600" b="0" dirty="0">
                <a:solidFill>
                  <a:srgbClr val="222222"/>
                </a:solidFill>
                <a:latin typeface="Neue Haas Grotesk Text Pro"/>
              </a:rPr>
              <a:t> </a:t>
            </a:r>
            <a:r>
              <a:rPr sz="1600" b="0" dirty="0" err="1">
                <a:solidFill>
                  <a:srgbClr val="222222"/>
                </a:solidFill>
                <a:latin typeface="Neue Haas Grotesk Text Pro"/>
              </a:rPr>
              <a:t>técnico</a:t>
            </a:r>
            <a:r>
              <a:rPr sz="1600" b="0" dirty="0">
                <a:solidFill>
                  <a:srgbClr val="222222"/>
                </a:solidFill>
                <a:latin typeface="Neue Haas Grotesk Text Pro"/>
              </a:rPr>
              <a:t> </a:t>
            </a:r>
            <a:r>
              <a:rPr sz="1600" b="0" dirty="0" err="1">
                <a:solidFill>
                  <a:srgbClr val="222222"/>
                </a:solidFill>
                <a:latin typeface="Neue Haas Grotesk Text Pro"/>
              </a:rPr>
              <a:t>listo</a:t>
            </a:r>
            <a:r>
              <a:rPr sz="1600" b="0" dirty="0">
                <a:solidFill>
                  <a:srgbClr val="222222"/>
                </a:solidFill>
                <a:latin typeface="Neue Haas Grotesk Text Pro"/>
              </a:rPr>
              <a:t> para usar.</a:t>
            </a:r>
          </a:p>
        </p:txBody>
      </p:sp>
      <p:pic>
        <p:nvPicPr>
          <p:cNvPr id="8" name="Picture 7"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2070201"/>
          </a:xfrm>
          <a:prstGeom prst="rect">
            <a:avLst/>
          </a:prstGeom>
          <a:noFill/>
        </p:spPr>
        <p:txBody>
          <a:bodyPr wrap="none" bIns="73152">
            <a:spAutoFit/>
          </a:bodyPr>
          <a:lstStyle/>
          <a:p>
            <a:pPr algn="ctr">
              <a:defRPr sz="5400" b="1">
                <a:solidFill>
                  <a:srgbClr val="003366"/>
                </a:solidFill>
                <a:latin typeface="Neue Haas Grotesk Text Pro"/>
              </a:defRPr>
            </a:pPr>
            <a:r>
              <a:t>2.1: Test Cases, Keywords y</a:t>
            </a:r>
          </a:p>
          <a:p>
            <a:pPr algn="ctr">
              <a:defRPr sz="5400" b="1">
                <a:solidFill>
                  <a:srgbClr val="003366"/>
                </a:solidFill>
                <a:latin typeface="Neue Haas Grotesk Text Pro"/>
              </a:defRPr>
            </a:pPr>
            <a:r>
              <a:t>Bibliotecas: BuiltIn, Collections,</a:t>
            </a:r>
          </a:p>
          <a:p>
            <a:pPr algn="ctr">
              <a:defRPr sz="5400" b="1">
                <a:solidFill>
                  <a:srgbClr val="003366"/>
                </a:solidFill>
                <a:latin typeface="Neue Haas Grotesk Text Pro"/>
              </a:defRPr>
            </a:pPr>
            <a:r>
              <a:t>OperatingSystem</a:t>
            </a:r>
          </a:p>
        </p:txBody>
      </p:sp>
      <p:sp>
        <p:nvSpPr>
          <p:cNvPr id="4" name="Rectangle 3"/>
          <p:cNvSpPr/>
          <p:nvPr/>
        </p:nvSpPr>
        <p:spPr>
          <a:xfrm>
            <a:off x="548640" y="2893161"/>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240633"/>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697833"/>
            <a:ext cx="10515600" cy="2286000"/>
          </a:xfrm>
          <a:prstGeom prst="rect">
            <a:avLst/>
          </a:prstGeom>
          <a:noFill/>
        </p:spPr>
        <p:txBody>
          <a:bodyPr wrap="square">
            <a:spAutoFit/>
          </a:bodyPr>
          <a:lstStyle/>
          <a:p>
            <a:pPr algn="l">
              <a:spcAft>
                <a:spcPts val="600"/>
              </a:spcAft>
              <a:defRPr sz="1800">
                <a:solidFill>
                  <a:srgbClr val="444444"/>
                </a:solidFill>
                <a:latin typeface="Neue Haas Grotesk Text Pro"/>
              </a:defRPr>
            </a:pPr>
            <a:r>
              <a:rPr/>
              <a:t>Un test case dice QUÉ se prueba. Una keyword dice CÓMO se hace.</a:t>
            </a:r>
          </a:p>
          <a:p>
            <a:r>
              <a:rPr/>
              <a:t>Las librerías (BuiltIn, Collections, OperatingSystem) ponen las</a:t>
            </a:r>
          </a:p>
          <a:p>
            <a:r>
              <a:rPr/>
              <a:t>keywords ya construidas a tu disposición.</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Test Cases y Keywords: La Unidad</a:t>
            </a:r>
          </a:p>
          <a:p>
            <a:pPr>
              <a:defRPr sz="4000" b="1">
                <a:solidFill>
                  <a:srgbClr val="003366"/>
                </a:solidFill>
                <a:latin typeface="Neue Haas Grotesk Text Pro"/>
              </a:defRPr>
            </a:pPr>
            <a:r>
              <a:t>Fundamental</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751990"/>
            <a:ext cx="11277295" cy="4264762"/>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Un test case es una unidad de prueba con nombre que contiene una secuencia de pasos.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Cada paso es una invocación a una keyword: nativa, de biblioteca o definida por el equipo.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Las keywords encapsulan acciones o verificaciones con nombres legibles en lenguaje natural.</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Pueden recibir argumentos, devolver valores y anidarse unas dentro de otras.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El test case describe el qué verificar; la keyword describe el cómo hacerlo.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La composición de keywords permite construir pruebas complejas desde bloques simples.</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Capas de Abstracción en Robot</a:t>
            </a:r>
          </a:p>
          <a:p>
            <a:pPr>
              <a:defRPr sz="4000" b="1">
                <a:solidFill>
                  <a:srgbClr val="003366"/>
                </a:solidFill>
                <a:latin typeface="Neue Haas Grotesk Text Pro"/>
              </a:defRPr>
            </a:pPr>
            <a:r>
              <a:t>Framework</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510735" y="1335024"/>
            <a:ext cx="7269480" cy="4553712"/>
          </a:xfrm>
          <a:prstGeom prst="rect">
            <a:avLst/>
          </a:prstGeom>
        </p:spPr>
      </p:pic>
      <p:sp>
        <p:nvSpPr>
          <p:cNvPr id="6" name="TextBox 5"/>
          <p:cNvSpPr txBox="1"/>
          <p:nvPr/>
        </p:nvSpPr>
        <p:spPr>
          <a:xfrm>
            <a:off x="411480" y="1751990"/>
            <a:ext cx="3916375" cy="4264762"/>
          </a:xfrm>
          <a:prstGeom prst="rect">
            <a:avLst/>
          </a:prstGeom>
          <a:noFill/>
        </p:spPr>
        <p:txBody>
          <a:bodyPr wrap="square">
            <a:spAutoFit/>
          </a:bodyPr>
          <a:lstStyle/>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Test case: nivel de negocio, legible por stakeholders.</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Keyword de negocio: orquesta pasos del flujo funcional.</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Keyword técnica: interactúa con el sistema real.</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Separar capas facilita mantenimiento y colaboración.</a:t>
            </a: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1523390"/>
          </a:xfrm>
          <a:prstGeom prst="rect">
            <a:avLst/>
          </a:prstGeom>
          <a:noFill/>
        </p:spPr>
        <p:txBody>
          <a:bodyPr wrap="none" bIns="73152">
            <a:spAutoFit/>
          </a:bodyPr>
          <a:lstStyle/>
          <a:p>
            <a:pPr algn="ctr">
              <a:defRPr sz="5400" b="1">
                <a:solidFill>
                  <a:srgbClr val="003366"/>
                </a:solidFill>
                <a:latin typeface="Neue Haas Grotesk Text Pro"/>
              </a:defRPr>
            </a:pPr>
            <a:r>
              <a:t>2.2: Variables: Escalares,</a:t>
            </a:r>
          </a:p>
          <a:p>
            <a:pPr algn="ctr">
              <a:defRPr sz="5400" b="1">
                <a:solidFill>
                  <a:srgbClr val="003366"/>
                </a:solidFill>
                <a:latin typeface="Neue Haas Grotesk Text Pro"/>
              </a:defRPr>
            </a:pPr>
            <a:r>
              <a:t>Listas y Diccionarios</a:t>
            </a:r>
          </a:p>
        </p:txBody>
      </p:sp>
      <p:sp>
        <p:nvSpPr>
          <p:cNvPr id="4" name="Rectangle 3"/>
          <p:cNvSpPr/>
          <p:nvPr/>
        </p:nvSpPr>
        <p:spPr>
          <a:xfrm>
            <a:off x="548640" y="2346350"/>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693822"/>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151022"/>
            <a:ext cx="10515600" cy="2286000"/>
          </a:xfrm>
          <a:prstGeom prst="rect">
            <a:avLst/>
          </a:prstGeom>
          <a:noFill/>
        </p:spPr>
        <p:txBody>
          <a:bodyPr wrap="square">
            <a:spAutoFit/>
          </a:bodyPr>
          <a:lstStyle/>
          <a:p>
            <a:pPr algn="l">
              <a:spcAft>
                <a:spcPts val="600"/>
              </a:spcAft>
              <a:defRPr sz="1800">
                <a:solidFill>
                  <a:srgbClr val="444444"/>
                </a:solidFill>
                <a:latin typeface="Neue Haas Grotesk Text Pro"/>
              </a:defRPr>
            </a:pPr>
            <a:r>
              <a:rPr/>
              <a:t>Tres tipos de variables en Robot Framework: escalares (${...})</a:t>
            </a:r>
          </a:p>
          <a:p>
            <a:r>
              <a:rPr/>
              <a:t>para un solo valor, listas (@{...}) para varios valores, y</a:t>
            </a:r>
          </a:p>
          <a:p>
            <a:r>
              <a:rPr/>
              <a:t>diccionarios (&amp;{...}) para pares clave-valor.</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Variables Escalares (${var})</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510735" y="1335024"/>
            <a:ext cx="7269480" cy="4553712"/>
          </a:xfrm>
          <a:prstGeom prst="rect">
            <a:avLst/>
          </a:prstGeom>
        </p:spPr>
      </p:pic>
      <p:sp>
        <p:nvSpPr>
          <p:cNvPr id="6" name="TextBox 5"/>
          <p:cNvSpPr txBox="1"/>
          <p:nvPr/>
        </p:nvSpPr>
        <p:spPr>
          <a:xfrm>
            <a:off x="411480" y="1205179"/>
            <a:ext cx="3916375" cy="4811573"/>
          </a:xfrm>
          <a:prstGeom prst="rect">
            <a:avLst/>
          </a:prstGeom>
          <a:noFill/>
        </p:spPr>
        <p:txBody>
          <a:bodyPr wrap="square">
            <a:spAutoFit/>
          </a:bodyPr>
          <a:lstStyle/>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Almacenan un único valor: texto, número, booleano u objeto Python.</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Nombres insensibles a mayúsculas y espacios.</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Centraliza configuración: URLs, credenciales, timeouts.</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Precedencia: *** Variables *** &lt; Resource &lt; CLI &lt; test case.</a:t>
            </a: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Variables de Lista (@{list})</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510735" y="1335024"/>
            <a:ext cx="7269480" cy="4553712"/>
          </a:xfrm>
          <a:prstGeom prst="rect">
            <a:avLst/>
          </a:prstGeom>
        </p:spPr>
      </p:pic>
      <p:sp>
        <p:nvSpPr>
          <p:cNvPr id="6" name="TextBox 5"/>
          <p:cNvSpPr txBox="1"/>
          <p:nvPr/>
        </p:nvSpPr>
        <p:spPr>
          <a:xfrm>
            <a:off x="411480" y="1205179"/>
            <a:ext cx="3916375" cy="4811573"/>
          </a:xfrm>
          <a:prstGeom prst="rect">
            <a:avLst/>
          </a:prstGeom>
          <a:noFill/>
        </p:spPr>
        <p:txBody>
          <a:bodyPr wrap="square">
            <a:spAutoFit/>
          </a:bodyPr>
          <a:lstStyle/>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@{list} expande elementos como argumentos posicionales separados.</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${lista} trata la misma variable como un único objeto Python.</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Acceso por índice con ${lista}[0].</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Ideales para iterar con bucles FOR sobre colecciones.</a:t>
            </a: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Variables de Diccionario (&amp;{dict})</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510735" y="1335024"/>
            <a:ext cx="7269480" cy="4553712"/>
          </a:xfrm>
          <a:prstGeom prst="rect">
            <a:avLst/>
          </a:prstGeom>
        </p:spPr>
      </p:pic>
      <p:sp>
        <p:nvSpPr>
          <p:cNvPr id="6" name="TextBox 5"/>
          <p:cNvSpPr txBox="1"/>
          <p:nvPr/>
        </p:nvSpPr>
        <p:spPr>
          <a:xfrm>
            <a:off x="411480" y="1205179"/>
            <a:ext cx="3916375" cy="4811573"/>
          </a:xfrm>
          <a:prstGeom prst="rect">
            <a:avLst/>
          </a:prstGeom>
          <a:noFill/>
        </p:spPr>
        <p:txBody>
          <a:bodyPr wrap="square">
            <a:spAutoFit/>
          </a:bodyPr>
          <a:lstStyle/>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Almacenan pares clave-valor; equivalente a **kwargs en Python.</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&amp;{dict} expande los pares como argumentos con nombre al llamar keywords.</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Acceso a campos individuales: ${dict}[clave].</a:t>
            </a:r>
          </a:p>
          <a:p>
            <a:pPr>
              <a:spcBef>
                <a:spcPts val="800"/>
              </a:spcBef>
              <a:spcAft>
                <a:spcPts val="400"/>
              </a:spcAft>
            </a:pPr>
            <a:r>
              <a:rPr sz="1700">
                <a:solidFill>
                  <a:srgbClr val="FFC000"/>
                </a:solidFill>
                <a:latin typeface="Neue Haas Grotesk Text Pro"/>
              </a:rPr>
              <a:t>▸ </a:t>
            </a:r>
            <a:r>
              <a:rPr sz="1700">
                <a:solidFill>
                  <a:srgbClr val="333333"/>
                </a:solidFill>
                <a:latin typeface="Neue Haas Grotesk Text Pro"/>
              </a:rPr>
              <a:t>Perfectos para headers HTTP, payloads JSON y configuración agrupada.</a:t>
            </a: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2070201"/>
          </a:xfrm>
          <a:prstGeom prst="rect">
            <a:avLst/>
          </a:prstGeom>
          <a:noFill/>
        </p:spPr>
        <p:txBody>
          <a:bodyPr wrap="none" bIns="73152">
            <a:spAutoFit/>
          </a:bodyPr>
          <a:lstStyle/>
          <a:p>
            <a:pPr algn="ctr">
              <a:defRPr sz="5400" b="1">
                <a:solidFill>
                  <a:srgbClr val="003366"/>
                </a:solidFill>
                <a:latin typeface="Neue Haas Grotesk Text Pro"/>
              </a:defRPr>
            </a:pPr>
            <a:r>
              <a:t>2.3: Archivos Resource:</a:t>
            </a:r>
          </a:p>
          <a:p>
            <a:pPr algn="ctr">
              <a:defRPr sz="5400" b="1">
                <a:solidFill>
                  <a:srgbClr val="003366"/>
                </a:solidFill>
                <a:latin typeface="Neue Haas Grotesk Text Pro"/>
              </a:defRPr>
            </a:pPr>
            <a:r>
              <a:t>Separación de Keywords y</a:t>
            </a:r>
          </a:p>
          <a:p>
            <a:pPr algn="ctr">
              <a:defRPr sz="5400" b="1">
                <a:solidFill>
                  <a:srgbClr val="003366"/>
                </a:solidFill>
                <a:latin typeface="Neue Haas Grotesk Text Pro"/>
              </a:defRPr>
            </a:pPr>
            <a:r>
              <a:t>Parametrización de Datos</a:t>
            </a:r>
          </a:p>
        </p:txBody>
      </p:sp>
      <p:sp>
        <p:nvSpPr>
          <p:cNvPr id="4" name="Rectangle 3"/>
          <p:cNvSpPr/>
          <p:nvPr/>
        </p:nvSpPr>
        <p:spPr>
          <a:xfrm>
            <a:off x="548640" y="2893161"/>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240633"/>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697833"/>
            <a:ext cx="10515600" cy="2286000"/>
          </a:xfrm>
          <a:prstGeom prst="rect">
            <a:avLst/>
          </a:prstGeom>
          <a:noFill/>
        </p:spPr>
        <p:txBody>
          <a:bodyPr wrap="square">
            <a:spAutoFit/>
          </a:bodyPr>
          <a:lstStyle/>
          <a:p>
            <a:pPr algn="l">
              <a:spcAft>
                <a:spcPts val="600"/>
              </a:spcAft>
              <a:defRPr sz="1800">
                <a:solidFill>
                  <a:srgbClr val="444444"/>
                </a:solidFill>
                <a:latin typeface="Neue Haas Grotesk Text Pro"/>
              </a:defRPr>
            </a:pPr>
            <a:r>
              <a:rPr/>
              <a:t>Cuando una suite crece, conviene separar las keywords en un</a:t>
            </a:r>
          </a:p>
          <a:p>
            <a:r>
              <a:rPr/>
              <a:t>archivo Resource — así cualquier suite puede reutilizarlas</a:t>
            </a:r>
          </a:p>
          <a:p>
            <a:r>
              <a:rPr/>
              <a:t>sin duplicar código.</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Archivos Resource: Concepto y Propósito</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05179"/>
            <a:ext cx="11277295" cy="4811573"/>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Un archivo Resource (.resource o .robot) centraliza keywords, variables e importaciones reutilizables.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No puede contener test cases ni tasks; su rol es proveer bloques de construcción a otras suites.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Sigue el principio de responsabilidad única: cada archivo cubre un dominio concreto.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Reduce el acoplamiento entre componentes y facilita la búsqueda y corrección de errores.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Actúa como biblioteca compartida: un cambio en un solo lugar beneficia a todas las suites.</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Secciones Permitidas en un Archivo</a:t>
            </a:r>
          </a:p>
          <a:p>
            <a:pPr>
              <a:defRPr sz="4000" b="1">
                <a:solidFill>
                  <a:srgbClr val="003366"/>
                </a:solidFill>
                <a:latin typeface="Neue Haas Grotesk Text Pro"/>
              </a:defRPr>
            </a:pPr>
            <a:r>
              <a:t>Resource</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751990"/>
            <a:ext cx="11277295" cy="4264762"/>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b="1">
                <a:solidFill>
                  <a:srgbClr val="333333"/>
                </a:solidFill>
                <a:latin typeface="Neue Haas Grotesk Text Pro"/>
              </a:rPr>
              <a:t> Settings </a:t>
            </a:r>
            <a:r>
              <a:rPr sz="2000">
                <a:solidFill>
                  <a:srgbClr val="333333"/>
                </a:solidFill>
                <a:latin typeface="Neue Haas Grotesk Text Pro"/>
              </a:rPr>
              <a:t>: importa librerías (Library) u otros archivos Resource (Resource).</a:t>
            </a:r>
          </a:p>
          <a:p>
            <a:pPr>
              <a:spcBef>
                <a:spcPts val="800"/>
              </a:spcBef>
              <a:spcAft>
                <a:spcPts val="400"/>
              </a:spcAft>
            </a:pPr>
            <a:r>
              <a:rPr sz="2000">
                <a:solidFill>
                  <a:srgbClr val="FFC000"/>
                </a:solidFill>
                <a:latin typeface="Neue Haas Grotesk Text Pro"/>
              </a:rPr>
              <a:t>▸ </a:t>
            </a:r>
            <a:r>
              <a:rPr sz="2000" b="1">
                <a:solidFill>
                  <a:srgbClr val="333333"/>
                </a:solidFill>
                <a:latin typeface="Neue Haas Grotesk Text Pro"/>
              </a:rPr>
              <a:t> Variables </a:t>
            </a:r>
            <a:r>
              <a:rPr sz="2000">
                <a:solidFill>
                  <a:srgbClr val="333333"/>
                </a:solidFill>
                <a:latin typeface="Neue Haas Grotesk Text Pro"/>
              </a:rPr>
              <a:t>: declara variables escalares, listas y diccionarios compartidos.</a:t>
            </a:r>
          </a:p>
          <a:p>
            <a:pPr>
              <a:spcBef>
                <a:spcPts val="800"/>
              </a:spcBef>
              <a:spcAft>
                <a:spcPts val="400"/>
              </a:spcAft>
            </a:pPr>
            <a:r>
              <a:rPr sz="2000">
                <a:solidFill>
                  <a:srgbClr val="FFC000"/>
                </a:solidFill>
                <a:latin typeface="Neue Haas Grotesk Text Pro"/>
              </a:rPr>
              <a:t>▸ </a:t>
            </a:r>
            <a:r>
              <a:rPr sz="2000" b="1">
                <a:solidFill>
                  <a:srgbClr val="333333"/>
                </a:solidFill>
                <a:latin typeface="Neue Haas Grotesk Text Pro"/>
              </a:rPr>
              <a:t> Keywords </a:t>
            </a:r>
            <a:r>
              <a:rPr sz="2000">
                <a:solidFill>
                  <a:srgbClr val="333333"/>
                </a:solidFill>
                <a:latin typeface="Neue Haas Grotesk Text Pro"/>
              </a:rPr>
              <a:t>: define keywords reutilizables con pasos, argumentos y documentación.</a:t>
            </a:r>
          </a:p>
          <a:p>
            <a:pPr>
              <a:spcBef>
                <a:spcPts val="800"/>
              </a:spcBef>
              <a:spcAft>
                <a:spcPts val="400"/>
              </a:spcAft>
            </a:pPr>
            <a:r>
              <a:rPr sz="2000">
                <a:solidFill>
                  <a:srgbClr val="FFC000"/>
                </a:solidFill>
                <a:latin typeface="Neue Haas Grotesk Text Pro"/>
              </a:rPr>
              <a:t>▸ </a:t>
            </a:r>
            <a:r>
              <a:rPr sz="2000" b="1">
                <a:solidFill>
                  <a:srgbClr val="333333"/>
                </a:solidFill>
                <a:latin typeface="Neue Haas Grotesk Text Pro"/>
              </a:rPr>
              <a:t> Test Cases </a:t>
            </a:r>
            <a:r>
              <a:rPr sz="2000">
                <a:solidFill>
                  <a:srgbClr val="333333"/>
                </a:solidFill>
                <a:latin typeface="Neue Haas Grotesk Text Pro"/>
              </a:rPr>
              <a:t> NO está permitida; incluirla genera un error de parseo.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Se importa con la directiva Resource en </a:t>
            </a:r>
            <a:r>
              <a:rPr sz="2000" b="1">
                <a:solidFill>
                  <a:srgbClr val="333333"/>
                </a:solidFill>
                <a:latin typeface="Neue Haas Grotesk Text Pro"/>
              </a:rPr>
              <a:t> Settings </a:t>
            </a:r>
            <a:r>
              <a:rPr sz="2000">
                <a:solidFill>
                  <a:srgbClr val="333333"/>
                </a:solidFill>
                <a:latin typeface="Neue Haas Grotesk Text Pro"/>
              </a:rPr>
              <a:t> del archivo consumidor.</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Usar rutas relativas hace el proyecto portable entre distintos entornos.</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92608"/>
            <a:ext cx="11277295" cy="2070201"/>
          </a:xfrm>
          <a:prstGeom prst="rect">
            <a:avLst/>
          </a:prstGeom>
          <a:noFill/>
        </p:spPr>
        <p:txBody>
          <a:bodyPr wrap="none" bIns="73152">
            <a:spAutoFit/>
          </a:bodyPr>
          <a:lstStyle/>
          <a:p>
            <a:pPr algn="ctr">
              <a:defRPr sz="5400" b="1">
                <a:solidFill>
                  <a:srgbClr val="003366"/>
                </a:solidFill>
                <a:latin typeface="Neue Haas Grotesk Text Pro"/>
              </a:defRPr>
            </a:pPr>
            <a:r>
              <a:t>2.4: Tags, Setup/Teardown y</a:t>
            </a:r>
          </a:p>
          <a:p>
            <a:pPr algn="ctr">
              <a:defRPr sz="5400" b="1">
                <a:solidFill>
                  <a:srgbClr val="003366"/>
                </a:solidFill>
                <a:latin typeface="Neue Haas Grotesk Text Pro"/>
              </a:defRPr>
            </a:pPr>
            <a:r>
              <a:t>Organización Jerárquica de</a:t>
            </a:r>
          </a:p>
          <a:p>
            <a:pPr algn="ctr">
              <a:defRPr sz="5400" b="1">
                <a:solidFill>
                  <a:srgbClr val="003366"/>
                </a:solidFill>
                <a:latin typeface="Neue Haas Grotesk Text Pro"/>
              </a:defRPr>
            </a:pPr>
            <a:r>
              <a:t>Suites</a:t>
            </a:r>
          </a:p>
        </p:txBody>
      </p:sp>
      <p:sp>
        <p:nvSpPr>
          <p:cNvPr id="4" name="Rectangle 3"/>
          <p:cNvSpPr/>
          <p:nvPr/>
        </p:nvSpPr>
        <p:spPr>
          <a:xfrm>
            <a:off x="548640" y="2893161"/>
            <a:ext cx="1024128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240633"/>
            <a:ext cx="10241280" cy="457200"/>
          </a:xfrm>
          <a:prstGeom prst="rect">
            <a:avLst/>
          </a:prstGeom>
          <a:noFill/>
        </p:spPr>
        <p:txBody>
          <a:bodyPr wrap="none">
            <a:spAutoFit/>
          </a:bodyPr>
          <a:lstStyle/>
          <a:p>
            <a:pPr algn="l"/>
            <a:r>
              <a:rPr sz="2000" b="0">
                <a:solidFill>
                  <a:srgbClr val="333333"/>
                </a:solidFill>
                <a:latin typeface="Neue Haas Grotesk Text Pro"/>
              </a:rPr>
              <a:t>•  Introducción</a:t>
            </a:r>
          </a:p>
        </p:txBody>
      </p:sp>
      <p:sp>
        <p:nvSpPr>
          <p:cNvPr id="6" name="TextBox 5"/>
          <p:cNvSpPr txBox="1"/>
          <p:nvPr/>
        </p:nvSpPr>
        <p:spPr>
          <a:xfrm>
            <a:off x="731520" y="3697833"/>
            <a:ext cx="10515600" cy="2286000"/>
          </a:xfrm>
          <a:prstGeom prst="rect">
            <a:avLst/>
          </a:prstGeom>
          <a:noFill/>
        </p:spPr>
        <p:txBody>
          <a:bodyPr wrap="square">
            <a:spAutoFit/>
          </a:bodyPr>
          <a:lstStyle/>
          <a:p>
            <a:pPr algn="l">
              <a:spcAft>
                <a:spcPts val="600"/>
              </a:spcAft>
              <a:defRPr sz="1800">
                <a:solidFill>
                  <a:srgbClr val="444444"/>
                </a:solidFill>
                <a:latin typeface="Neue Haas Grotesk Text Pro"/>
              </a:defRPr>
            </a:pPr>
            <a:r>
              <a:rPr/>
              <a:t>Dos herramientas para ordenar suites grandes: los tags (para</a:t>
            </a:r>
          </a:p>
          <a:p>
            <a:r>
              <a:rPr/>
              <a:t>filtrar qué se ejecuta) y Setup/Teardown (para preparar y</a:t>
            </a:r>
          </a:p>
          <a:p>
            <a:r>
              <a:rPr/>
              <a:t>limpiar antes/después de los tests).</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Tags en Robot Framework</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05179"/>
            <a:ext cx="11277295" cy="4811573"/>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Los tags son etiquetas de texto libre para clasificar, filtrar y reportar test cases.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Un test case puede tener múltiples tags simultáneamente (smoke, regresión, módulo, etc.).</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Se declaran en Test Tags (nivel suite) o [Tags] (nivel test case individual).</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Los tags de suite se combinan automáticamente con los tags del test case.</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Desde RF6, Test Tags reemplaza a Force Tags y Default Tags de versiones anteriores.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Permiten agrupar pruebas por funcionalidad, prioridad, entorno o sprint.</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Setup y Teardown: Concepto</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05179"/>
            <a:ext cx="11277295" cy="4811573"/>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Setup se ejecuta automáticamente ANTES de un test case o suite.</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Teardown se ejecuta automáticamente DESPUÉS de un test case o suite.</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Garantizan que el entorno esté correcto y que los recursos queden liberados.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El Teardown SIEMPRE se ejecuta, incluso si el test case falla.</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Separan la lógica de preparación de la lógica de prueba, mejorando legibilidad.</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Analogía: preparar la mesa antes de la reunión (Setup) y recoger al terminar (Teardown).</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9479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1203350"/>
          </a:xfrm>
          <a:prstGeom prst="rect">
            <a:avLst/>
          </a:prstGeom>
          <a:noFill/>
        </p:spPr>
        <p:txBody>
          <a:bodyPr wrap="none">
            <a:spAutoFit/>
          </a:bodyPr>
          <a:lstStyle/>
          <a:p>
            <a:pPr>
              <a:defRPr sz="4000" b="1">
                <a:solidFill>
                  <a:srgbClr val="003366"/>
                </a:solidFill>
                <a:latin typeface="Neue Haas Grotesk Text Pro"/>
              </a:defRPr>
            </a:pPr>
            <a:r>
              <a:t>Setup y Teardown: Cuatro Niveles de</a:t>
            </a:r>
          </a:p>
          <a:p>
            <a:pPr>
              <a:defRPr sz="4000" b="1">
                <a:solidFill>
                  <a:srgbClr val="003366"/>
                </a:solidFill>
                <a:latin typeface="Neue Haas Grotesk Text Pro"/>
              </a:defRPr>
            </a:pPr>
            <a:r>
              <a:t>Ejecución</a:t>
            </a:r>
          </a:p>
        </p:txBody>
      </p:sp>
      <p:sp>
        <p:nvSpPr>
          <p:cNvPr id="4" name="Rectangle 3"/>
          <p:cNvSpPr/>
          <p:nvPr/>
        </p:nvSpPr>
        <p:spPr>
          <a:xfrm>
            <a:off x="365760" y="1569110"/>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457200" y="1751990"/>
          <a:ext cx="11277295" cy="1645920"/>
        </p:xfrm>
        <a:graphic>
          <a:graphicData uri="http://schemas.openxmlformats.org/drawingml/2006/table">
            <a:tbl>
              <a:tblPr firstRow="1" bandRow="1">
                <a:tableStyleId>{5C22544A-7EE6-4342-B048-85BDC9FD1C3A}</a:tableStyleId>
              </a:tblPr>
              <a:tblGrid>
                <a:gridCol w="3759098">
                  <a:extLst>
                    <a:ext uri="{9D8B030D-6E8A-4147-A177-3AD203B41FA5}">
                      <a16:colId xmlns:a16="http://schemas.microsoft.com/office/drawing/2014/main" val="20000"/>
                    </a:ext>
                  </a:extLst>
                </a:gridCol>
                <a:gridCol w="3759098">
                  <a:extLst>
                    <a:ext uri="{9D8B030D-6E8A-4147-A177-3AD203B41FA5}">
                      <a16:colId xmlns:a16="http://schemas.microsoft.com/office/drawing/2014/main" val="20001"/>
                    </a:ext>
                  </a:extLst>
                </a:gridCol>
                <a:gridCol w="3759099">
                  <a:extLst>
                    <a:ext uri="{9D8B030D-6E8A-4147-A177-3AD203B41FA5}">
                      <a16:colId xmlns:a16="http://schemas.microsoft.com/office/drawing/2014/main" val="20002"/>
                    </a:ext>
                  </a:extLst>
                </a:gridCol>
              </a:tblGrid>
              <a:tr h="411480">
                <a:tc>
                  <a:txBody>
                    <a:bodyPr/>
                    <a:lstStyle/>
                    <a:p>
                      <a:pPr algn="l">
                        <a:defRPr sz="1400" b="1">
                          <a:solidFill>
                            <a:srgbClr val="FFFFFF"/>
                          </a:solidFill>
                          <a:latin typeface="Neue Haas Grotesk Text Pro"/>
                        </a:defRPr>
                      </a:pPr>
                      <a:r>
                        <a:t>Nivel</a:t>
                      </a:r>
                    </a:p>
                  </a:txBody>
                  <a:tcPr anchor="ctr">
                    <a:solidFill>
                      <a:srgbClr val="003366"/>
                    </a:solidFill>
                  </a:tcPr>
                </a:tc>
                <a:tc>
                  <a:txBody>
                    <a:bodyPr/>
                    <a:lstStyle/>
                    <a:p>
                      <a:pPr algn="l">
                        <a:defRPr sz="1400" b="1">
                          <a:solidFill>
                            <a:srgbClr val="FFFFFF"/>
                          </a:solidFill>
                          <a:latin typeface="Neue Haas Grotesk Text Pro"/>
                        </a:defRPr>
                      </a:pPr>
                      <a:r>
                        <a:t>Keyword de configuración</a:t>
                      </a:r>
                    </a:p>
                  </a:txBody>
                  <a:tcPr anchor="ctr">
                    <a:solidFill>
                      <a:srgbClr val="003366"/>
                    </a:solidFill>
                  </a:tcPr>
                </a:tc>
                <a:tc>
                  <a:txBody>
                    <a:bodyPr/>
                    <a:lstStyle/>
                    <a:p>
                      <a:pPr algn="l">
                        <a:defRPr sz="1400" b="1">
                          <a:solidFill>
                            <a:srgbClr val="FFFFFF"/>
                          </a:solidFill>
                          <a:latin typeface="Neue Haas Grotesk Text Pro"/>
                        </a:defRPr>
                      </a:pPr>
                      <a:r>
                        <a:t>Cuándo se ejecuta</a:t>
                      </a:r>
                    </a:p>
                  </a:txBody>
                  <a:tcPr anchor="ctr">
                    <a:solidFill>
                      <a:srgbClr val="003366"/>
                    </a:solidFill>
                  </a:tcPr>
                </a:tc>
                <a:extLst>
                  <a:ext uri="{0D108BD9-81ED-4DB2-BD59-A6C34878D82A}">
                    <a16:rowId xmlns:a16="http://schemas.microsoft.com/office/drawing/2014/main" val="10000"/>
                  </a:ext>
                </a:extLst>
              </a:tr>
              <a:tr h="411480">
                <a:tc>
                  <a:txBody>
                    <a:bodyPr/>
                    <a:lstStyle/>
                    <a:p>
                      <a:pPr algn="l">
                        <a:defRPr sz="1200">
                          <a:solidFill>
                            <a:srgbClr val="333333"/>
                          </a:solidFill>
                          <a:latin typeface="Neue Haas Grotesk Text Pro"/>
                        </a:defRPr>
                      </a:pPr>
                      <a:r>
                        <a:t>Test Case</a:t>
                      </a:r>
                    </a:p>
                  </a:txBody>
                  <a:tcPr anchor="ctr">
                    <a:solidFill>
                      <a:srgbClr val="FFFFFF"/>
                    </a:solidFill>
                  </a:tcPr>
                </a:tc>
                <a:tc>
                  <a:txBody>
                    <a:bodyPr/>
                    <a:lstStyle/>
                    <a:p>
                      <a:pPr algn="l">
                        <a:defRPr sz="1200">
                          <a:solidFill>
                            <a:srgbClr val="333333"/>
                          </a:solidFill>
                          <a:latin typeface="Neue Haas Grotesk Text Pro"/>
                        </a:defRPr>
                      </a:pPr>
                      <a:r>
                        <a:t>[Setup]/[Teardown]</a:t>
                      </a:r>
                    </a:p>
                  </a:txBody>
                  <a:tcPr anchor="ctr">
                    <a:solidFill>
                      <a:srgbClr val="FFFFFF"/>
                    </a:solidFill>
                  </a:tcPr>
                </a:tc>
                <a:tc>
                  <a:txBody>
                    <a:bodyPr/>
                    <a:lstStyle/>
                    <a:p>
                      <a:pPr algn="l">
                        <a:defRPr sz="1200">
                          <a:solidFill>
                            <a:srgbClr val="333333"/>
                          </a:solidFill>
                          <a:latin typeface="Neue Haas Grotesk Text Pro"/>
                        </a:defRPr>
                      </a:pPr>
                      <a:r>
                        <a:t>Antes/después de cada test case individual</a:t>
                      </a:r>
                    </a:p>
                  </a:txBody>
                  <a:tcPr anchor="ctr">
                    <a:solidFill>
                      <a:srgbClr val="FFFFFF"/>
                    </a:solidFill>
                  </a:tcPr>
                </a:tc>
                <a:extLst>
                  <a:ext uri="{0D108BD9-81ED-4DB2-BD59-A6C34878D82A}">
                    <a16:rowId xmlns:a16="http://schemas.microsoft.com/office/drawing/2014/main" val="10001"/>
                  </a:ext>
                </a:extLst>
              </a:tr>
              <a:tr h="411480">
                <a:tc>
                  <a:txBody>
                    <a:bodyPr/>
                    <a:lstStyle/>
                    <a:p>
                      <a:pPr algn="l">
                        <a:defRPr sz="1200">
                          <a:solidFill>
                            <a:srgbClr val="333333"/>
                          </a:solidFill>
                          <a:latin typeface="Neue Haas Grotesk Text Pro"/>
                        </a:defRPr>
                      </a:pPr>
                      <a:r>
                        <a:t>Suite (archivo)</a:t>
                      </a:r>
                    </a:p>
                  </a:txBody>
                  <a:tcPr anchor="ctr">
                    <a:solidFill>
                      <a:srgbClr val="F0F4F9"/>
                    </a:solidFill>
                  </a:tcPr>
                </a:tc>
                <a:tc>
                  <a:txBody>
                    <a:bodyPr/>
                    <a:lstStyle/>
                    <a:p>
                      <a:pPr algn="l">
                        <a:defRPr sz="1200">
                          <a:solidFill>
                            <a:srgbClr val="333333"/>
                          </a:solidFill>
                          <a:latin typeface="Neue Haas Grotesk Text Pro"/>
                        </a:defRPr>
                      </a:pPr>
                      <a:r>
                        <a:t>Suite Setup/Suite Teardown</a:t>
                      </a:r>
                    </a:p>
                  </a:txBody>
                  <a:tcPr anchor="ctr">
                    <a:solidFill>
                      <a:srgbClr val="F0F4F9"/>
                    </a:solidFill>
                  </a:tcPr>
                </a:tc>
                <a:tc>
                  <a:txBody>
                    <a:bodyPr/>
                    <a:lstStyle/>
                    <a:p>
                      <a:pPr algn="l">
                        <a:defRPr sz="1200">
                          <a:solidFill>
                            <a:srgbClr val="333333"/>
                          </a:solidFill>
                          <a:latin typeface="Neue Haas Grotesk Text Pro"/>
                        </a:defRPr>
                      </a:pPr>
                      <a:r>
                        <a:t>Al inicio/final del archivo.robot</a:t>
                      </a:r>
                    </a:p>
                  </a:txBody>
                  <a:tcPr anchor="ctr">
                    <a:solidFill>
                      <a:srgbClr val="F0F4F9"/>
                    </a:solidFill>
                  </a:tcPr>
                </a:tc>
                <a:extLst>
                  <a:ext uri="{0D108BD9-81ED-4DB2-BD59-A6C34878D82A}">
                    <a16:rowId xmlns:a16="http://schemas.microsoft.com/office/drawing/2014/main" val="10002"/>
                  </a:ext>
                </a:extLst>
              </a:tr>
              <a:tr h="411480">
                <a:tc>
                  <a:txBody>
                    <a:bodyPr/>
                    <a:lstStyle/>
                    <a:p>
                      <a:pPr algn="l">
                        <a:defRPr sz="1200">
                          <a:solidFill>
                            <a:srgbClr val="333333"/>
                          </a:solidFill>
                          <a:latin typeface="Neue Haas Grotesk Text Pro"/>
                        </a:defRPr>
                      </a:pPr>
                      <a:r>
                        <a:t>Suite (directorio)</a:t>
                      </a:r>
                    </a:p>
                  </a:txBody>
                  <a:tcPr anchor="ctr">
                    <a:solidFill>
                      <a:srgbClr val="FFFFFF"/>
                    </a:solidFill>
                  </a:tcPr>
                </a:tc>
                <a:tc>
                  <a:txBody>
                    <a:bodyPr/>
                    <a:lstStyle/>
                    <a:p>
                      <a:pPr algn="l">
                        <a:defRPr sz="1200">
                          <a:solidFill>
                            <a:srgbClr val="333333"/>
                          </a:solidFill>
                          <a:latin typeface="Neue Haas Grotesk Text Pro"/>
                        </a:defRPr>
                      </a:pPr>
                      <a:r>
                        <a:t>Suite Setup/Suite Teardownen__init__.robot</a:t>
                      </a:r>
                    </a:p>
                  </a:txBody>
                  <a:tcPr anchor="ctr">
                    <a:solidFill>
                      <a:srgbClr val="FFFFFF"/>
                    </a:solidFill>
                  </a:tcPr>
                </a:tc>
                <a:tc>
                  <a:txBody>
                    <a:bodyPr/>
                    <a:lstStyle/>
                    <a:p>
                      <a:pPr algn="l">
                        <a:defRPr sz="1200">
                          <a:solidFill>
                            <a:srgbClr val="333333"/>
                          </a:solidFill>
                          <a:latin typeface="Neue Haas Grotesk Text Pro"/>
                        </a:defRPr>
                      </a:pPr>
                      <a:r>
                        <a:t>Al inicio/final del directorio completo</a:t>
                      </a:r>
                    </a:p>
                  </a:txBody>
                  <a:tcPr anchor="ctr">
                    <a:solidFill>
                      <a:srgbClr val="FFFFFF"/>
                    </a:solidFill>
                  </a:tcPr>
                </a:tc>
                <a:extLst>
                  <a:ext uri="{0D108BD9-81ED-4DB2-BD59-A6C34878D82A}">
                    <a16:rowId xmlns:a16="http://schemas.microsoft.com/office/drawing/2014/main" val="10003"/>
                  </a:ext>
                </a:extLst>
              </a:tr>
            </a:tbl>
          </a:graphicData>
        </a:graphic>
      </p:graphicFrame>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747979"/>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Organización Jerárquica de Suites</a:t>
            </a:r>
          </a:p>
        </p:txBody>
      </p:sp>
      <p:sp>
        <p:nvSpPr>
          <p:cNvPr id="4" name="Rectangle 3"/>
          <p:cNvSpPr/>
          <p:nvPr/>
        </p:nvSpPr>
        <p:spPr>
          <a:xfrm>
            <a:off x="365760" y="1022299"/>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05179"/>
            <a:ext cx="11277295" cy="4811573"/>
          </a:xfrm>
          <a:prstGeom prst="rect">
            <a:avLst/>
          </a:prstGeom>
          <a:noFill/>
        </p:spPr>
        <p:txBody>
          <a:bodyPr wrap="square">
            <a:spAutoFit/>
          </a:bodyPr>
          <a:lstStyle/>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Una suite puede ser un archivo .robot individual o un directorio completo.</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Anidar suites en directorios refleja la estructura del sistema bajo prueba.</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La jerarquía afecta reportes, herencia de settings y ejecución selectiva.</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__init__.robot en un directorio define Suite Setup/Teardown para todos sus archivos.</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Robot Framework nombra suites automáticamente: crear_factura.robot → Crear Factura.</a:t>
            </a:r>
          </a:p>
          <a:p>
            <a:pPr>
              <a:spcBef>
                <a:spcPts val="800"/>
              </a:spcBef>
              <a:spcAft>
                <a:spcPts val="400"/>
              </a:spcAft>
            </a:pPr>
            <a:r>
              <a:rPr sz="2000">
                <a:solidFill>
                  <a:srgbClr val="FFC000"/>
                </a:solidFill>
                <a:latin typeface="Neue Haas Grotesk Text Pro"/>
              </a:rPr>
              <a:t>▸ </a:t>
            </a:r>
            <a:r>
              <a:rPr sz="2000">
                <a:solidFill>
                  <a:srgbClr val="333333"/>
                </a:solidFill>
                <a:latin typeface="Neue Haas Grotesk Text Pro"/>
              </a:rPr>
              <a:t>Se pueden ejecutar directorios completos, subdirectorios o archivos individuales.</a:t>
            </a:r>
          </a:p>
        </p:txBody>
      </p:sp>
      <p:pic>
        <p:nvPicPr>
          <p:cNvPr id="6" name="Picture 5"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65760"/>
            <a:ext cx="6400800" cy="731520"/>
          </a:xfrm>
          <a:prstGeom prst="rect">
            <a:avLst/>
          </a:prstGeom>
          <a:noFill/>
        </p:spPr>
        <p:txBody>
          <a:bodyPr wrap="square">
            <a:spAutoFit/>
          </a:bodyPr>
          <a:lstStyle/>
          <a:p>
            <a:pPr>
              <a:defRPr sz="4000" b="1">
                <a:solidFill>
                  <a:srgbClr val="222222"/>
                </a:solidFill>
                <a:latin typeface="Neue Haas Grotesk Text Pro"/>
              </a:defRPr>
            </a:pPr>
            <a:r>
              <a:t>Resumen del capítulo</a:t>
            </a:r>
          </a:p>
        </p:txBody>
      </p:sp>
      <p:sp>
        <p:nvSpPr>
          <p:cNvPr id="3" name="TextBox 2"/>
          <p:cNvSpPr txBox="1"/>
          <p:nvPr/>
        </p:nvSpPr>
        <p:spPr>
          <a:xfrm>
            <a:off x="548640" y="1280160"/>
            <a:ext cx="7020560" cy="3970318"/>
          </a:xfrm>
          <a:prstGeom prst="rect">
            <a:avLst/>
          </a:prstGeom>
          <a:noFill/>
        </p:spPr>
        <p:txBody>
          <a:bodyPr wrap="square">
            <a:spAutoFit/>
          </a:bodyPr>
          <a:lstStyle/>
          <a:p>
            <a:pPr marL="285750" indent="-285750" algn="just">
              <a:buFont typeface="Arial" panose="020B0604020202020204" pitchFamily="34" charset="0"/>
              <a:buChar char="•"/>
            </a:pPr>
            <a:r>
              <a:rPr lang="es-ES" dirty="0">
                <a:latin typeface="Neue Haas Grotesk Text Pro" panose="020B0504020202020204" pitchFamily="34" charset="0"/>
              </a:rPr>
              <a:t>Los </a:t>
            </a:r>
            <a:r>
              <a:rPr lang="es-ES" b="1" dirty="0">
                <a:latin typeface="Neue Haas Grotesk Text Pro" panose="020B0504020202020204" pitchFamily="34" charset="0"/>
              </a:rPr>
              <a:t>test cases</a:t>
            </a:r>
            <a:r>
              <a:rPr lang="es-ES" dirty="0">
                <a:latin typeface="Neue Haas Grotesk Text Pro" panose="020B0504020202020204" pitchFamily="34" charset="0"/>
              </a:rPr>
              <a:t> describen el </a:t>
            </a:r>
            <a:r>
              <a:rPr lang="es-ES" i="1" dirty="0">
                <a:latin typeface="Neue Haas Grotesk Text Pro" panose="020B0504020202020204" pitchFamily="34" charset="0"/>
              </a:rPr>
              <a:t>qué</a:t>
            </a:r>
            <a:r>
              <a:rPr lang="es-ES" dirty="0">
                <a:latin typeface="Neue Haas Grotesk Text Pro" panose="020B0504020202020204" pitchFamily="34" charset="0"/>
              </a:rPr>
              <a:t> verificar; las </a:t>
            </a:r>
            <a:r>
              <a:rPr lang="es-ES" b="1" dirty="0" err="1">
                <a:latin typeface="Neue Haas Grotesk Text Pro" panose="020B0504020202020204" pitchFamily="34" charset="0"/>
              </a:rPr>
              <a:t>keywords</a:t>
            </a:r>
            <a:r>
              <a:rPr lang="es-ES" dirty="0">
                <a:latin typeface="Neue Haas Grotesk Text Pro" panose="020B0504020202020204" pitchFamily="34" charset="0"/>
              </a:rPr>
              <a:t> describen el </a:t>
            </a:r>
            <a:r>
              <a:rPr lang="es-ES" i="1" dirty="0">
                <a:latin typeface="Neue Haas Grotesk Text Pro" panose="020B0504020202020204" pitchFamily="34" charset="0"/>
              </a:rPr>
              <a:t>cómo</a:t>
            </a:r>
            <a:r>
              <a:rPr lang="es-ES" dirty="0">
                <a:latin typeface="Neue Haas Grotesk Text Pro" panose="020B0504020202020204" pitchFamily="34" charset="0"/>
              </a:rPr>
              <a:t>, y las </a:t>
            </a:r>
            <a:r>
              <a:rPr lang="es-ES" b="1" dirty="0">
                <a:latin typeface="Neue Haas Grotesk Text Pro" panose="020B0504020202020204" pitchFamily="34" charset="0"/>
              </a:rPr>
              <a:t>bibliotecas</a:t>
            </a:r>
            <a:r>
              <a:rPr lang="es-ES" dirty="0">
                <a:latin typeface="Neue Haas Grotesk Text Pro" panose="020B0504020202020204" pitchFamily="34" charset="0"/>
              </a:rPr>
              <a:t> proveen el vocabulario técnico listo para usar</a:t>
            </a:r>
          </a:p>
          <a:p>
            <a:pPr marL="285750" indent="-285750" algn="just">
              <a:buFont typeface="Arial" panose="020B0604020202020204" pitchFamily="34" charset="0"/>
              <a:buChar char="•"/>
            </a:pPr>
            <a:r>
              <a:rPr lang="es-ES" dirty="0">
                <a:latin typeface="Neue Haas Grotesk Text Pro" panose="020B0504020202020204" pitchFamily="34" charset="0"/>
              </a:rPr>
              <a:t>La separación en capas de abstracción (test case → </a:t>
            </a:r>
            <a:r>
              <a:rPr lang="es-ES" dirty="0" err="1">
                <a:latin typeface="Neue Haas Grotesk Text Pro" panose="020B0504020202020204" pitchFamily="34" charset="0"/>
              </a:rPr>
              <a:t>keyword</a:t>
            </a:r>
            <a:r>
              <a:rPr lang="es-ES" dirty="0">
                <a:latin typeface="Neue Haas Grotesk Text Pro" panose="020B0504020202020204" pitchFamily="34" charset="0"/>
              </a:rPr>
              <a:t> de negocio → </a:t>
            </a:r>
            <a:r>
              <a:rPr lang="es-ES" dirty="0" err="1">
                <a:latin typeface="Neue Haas Grotesk Text Pro" panose="020B0504020202020204" pitchFamily="34" charset="0"/>
              </a:rPr>
              <a:t>keyword</a:t>
            </a:r>
            <a:r>
              <a:rPr lang="es-ES" dirty="0">
                <a:latin typeface="Neue Haas Grotesk Text Pro" panose="020B0504020202020204" pitchFamily="34" charset="0"/>
              </a:rPr>
              <a:t> técnica) es la práctica central para suites mantenibles</a:t>
            </a:r>
          </a:p>
          <a:p>
            <a:pPr marL="285750" indent="-285750" algn="just">
              <a:buFont typeface="Arial" panose="020B0604020202020204" pitchFamily="34" charset="0"/>
              <a:buChar char="•"/>
            </a:pPr>
            <a:r>
              <a:rPr lang="es-ES" b="1" dirty="0">
                <a:latin typeface="Neue Haas Grotesk Text Pro" panose="020B0504020202020204" pitchFamily="34" charset="0"/>
              </a:rPr>
              <a:t>BuiltIn</a:t>
            </a:r>
            <a:r>
              <a:rPr lang="es-ES" dirty="0">
                <a:latin typeface="Neue Haas Grotesk Text Pro" panose="020B0504020202020204" pitchFamily="34" charset="0"/>
              </a:rPr>
              <a:t> está siempre disponible sin importación y cubre verificaciones, </a:t>
            </a:r>
            <a:r>
              <a:rPr lang="es-ES" dirty="0" err="1">
                <a:latin typeface="Neue Haas Grotesk Text Pro" panose="020B0504020202020204" pitchFamily="34" charset="0"/>
              </a:rPr>
              <a:t>logging</a:t>
            </a:r>
            <a:r>
              <a:rPr lang="es-ES" dirty="0">
                <a:latin typeface="Neue Haas Grotesk Text Pro" panose="020B0504020202020204" pitchFamily="34" charset="0"/>
              </a:rPr>
              <a:t>, variables y control de ejecución</a:t>
            </a:r>
          </a:p>
          <a:p>
            <a:pPr marL="285750" indent="-285750" algn="just">
              <a:buFont typeface="Arial" panose="020B0604020202020204" pitchFamily="34" charset="0"/>
              <a:buChar char="•"/>
            </a:pPr>
            <a:r>
              <a:rPr lang="es-ES" b="1" dirty="0" err="1">
                <a:latin typeface="Neue Haas Grotesk Text Pro" panose="020B0504020202020204" pitchFamily="34" charset="0"/>
              </a:rPr>
              <a:t>Collections</a:t>
            </a:r>
            <a:r>
              <a:rPr lang="es-ES" dirty="0">
                <a:latin typeface="Neue Haas Grotesk Text Pro" panose="020B0504020202020204" pitchFamily="34" charset="0"/>
              </a:rPr>
              <a:t> se importa explícitamente y es esencial para trabajar con listas y diccionarios, estructuras omnipresentes en datos de prueba y respuestas de API</a:t>
            </a:r>
          </a:p>
          <a:p>
            <a:pPr marL="285750" indent="-285750" algn="just">
              <a:buFont typeface="Arial" panose="020B0604020202020204" pitchFamily="34" charset="0"/>
              <a:buChar char="•"/>
            </a:pPr>
            <a:r>
              <a:rPr lang="es-ES" b="1" dirty="0" err="1">
                <a:latin typeface="Neue Haas Grotesk Text Pro" panose="020B0504020202020204" pitchFamily="34" charset="0"/>
              </a:rPr>
              <a:t>OperatingSystem</a:t>
            </a:r>
            <a:r>
              <a:rPr lang="es-ES" dirty="0">
                <a:latin typeface="Neue Haas Grotesk Text Pro" panose="020B0504020202020204" pitchFamily="34" charset="0"/>
              </a:rPr>
              <a:t> permite interactuar con el sistema de archivos y el entorno, siendo clave para flujos RPA y generación de evidencias</a:t>
            </a:r>
          </a:p>
        </p:txBody>
      </p:sp>
      <p:pic>
        <p:nvPicPr>
          <p:cNvPr id="4" name="Picture 3" descr="image.png"/>
          <p:cNvPicPr>
            <a:picLocks noChangeAspect="1"/>
          </p:cNvPicPr>
          <p:nvPr/>
        </p:nvPicPr>
        <p:blipFill>
          <a:blip r:embed="rId3"/>
          <a:stretch>
            <a:fillRect/>
          </a:stretch>
        </p:blipFill>
        <p:spPr>
          <a:xfrm>
            <a:off x="7772400" y="1645920"/>
            <a:ext cx="3200400" cy="3200400"/>
          </a:xfrm>
          <a:prstGeom prst="rect">
            <a:avLst/>
          </a:prstGeom>
        </p:spPr>
      </p:pic>
      <p:sp>
        <p:nvSpPr>
          <p:cNvPr id="5" name="Rectangle 4"/>
          <p:cNvSpPr/>
          <p:nvPr/>
        </p:nvSpPr>
        <p:spPr>
          <a:xfrm>
            <a:off x="548640" y="5577840"/>
            <a:ext cx="11064240" cy="13716"/>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5623560"/>
            <a:ext cx="4114800"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D3E3173-8999-0938-4C9D-71CB99EBC8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E7BBD6-BF2F-8585-E04D-DB4F3E537ED3}"/>
              </a:ext>
            </a:extLst>
          </p:cNvPr>
          <p:cNvSpPr txBox="1"/>
          <p:nvPr/>
        </p:nvSpPr>
        <p:spPr>
          <a:xfrm>
            <a:off x="548640" y="365760"/>
            <a:ext cx="6400800" cy="731520"/>
          </a:xfrm>
          <a:prstGeom prst="rect">
            <a:avLst/>
          </a:prstGeom>
          <a:noFill/>
        </p:spPr>
        <p:txBody>
          <a:bodyPr wrap="square">
            <a:spAutoFit/>
          </a:bodyPr>
          <a:lstStyle/>
          <a:p>
            <a:pPr>
              <a:defRPr sz="4000" b="1">
                <a:solidFill>
                  <a:srgbClr val="222222"/>
                </a:solidFill>
                <a:latin typeface="Neue Haas Grotesk Text Pro"/>
              </a:defRPr>
            </a:pPr>
            <a:r>
              <a:t>Resumen del capítulo</a:t>
            </a:r>
          </a:p>
        </p:txBody>
      </p:sp>
      <p:sp>
        <p:nvSpPr>
          <p:cNvPr id="3" name="TextBox 2">
            <a:extLst>
              <a:ext uri="{FF2B5EF4-FFF2-40B4-BE49-F238E27FC236}">
                <a16:creationId xmlns:a16="http://schemas.microsoft.com/office/drawing/2014/main" id="{32CAC7E0-F757-3096-1D07-692E28BEBFF2}"/>
              </a:ext>
            </a:extLst>
          </p:cNvPr>
          <p:cNvSpPr txBox="1"/>
          <p:nvPr/>
        </p:nvSpPr>
        <p:spPr>
          <a:xfrm>
            <a:off x="335280" y="1156359"/>
            <a:ext cx="6868160" cy="4278094"/>
          </a:xfrm>
          <a:prstGeom prst="rect">
            <a:avLst/>
          </a:prstGeom>
          <a:noFill/>
        </p:spPr>
        <p:txBody>
          <a:bodyPr wrap="square">
            <a:spAutoFit/>
          </a:bodyPr>
          <a:lstStyle/>
          <a:p>
            <a:pPr marL="285750" indent="-285750" algn="just">
              <a:buFont typeface="Arial" panose="020B0604020202020204" pitchFamily="34" charset="0"/>
              <a:buChar char="•"/>
            </a:pPr>
            <a:r>
              <a:rPr lang="es-ES" sz="1700" dirty="0">
                <a:latin typeface="Neue Haas Grotesk Text Pro" panose="020B0504020202020204" pitchFamily="34" charset="0"/>
              </a:rPr>
              <a:t>Las tres bibliotecas forman un conjunto complementario que cubre la mayoría de necesidades en pruebas funcionales básicas</a:t>
            </a:r>
          </a:p>
          <a:p>
            <a:pPr marL="285750" indent="-285750" algn="just">
              <a:buFont typeface="Arial" panose="020B0604020202020204" pitchFamily="34" charset="0"/>
              <a:buChar char="•"/>
            </a:pPr>
            <a:r>
              <a:rPr lang="es-ES" sz="1700" dirty="0">
                <a:latin typeface="Neue Haas Grotesk Text Pro" panose="020B0504020202020204" pitchFamily="34" charset="0"/>
              </a:rPr>
              <a:t>Las variables </a:t>
            </a:r>
            <a:r>
              <a:rPr lang="es-ES" sz="1700" b="1" dirty="0">
                <a:latin typeface="Neue Haas Grotesk Text Pro" panose="020B0504020202020204" pitchFamily="34" charset="0"/>
              </a:rPr>
              <a:t>escalares</a:t>
            </a:r>
            <a:r>
              <a:rPr lang="es-ES" sz="1700" dirty="0">
                <a:latin typeface="Neue Haas Grotesk Text Pro" panose="020B0504020202020204" pitchFamily="34" charset="0"/>
              </a:rPr>
              <a:t> (${</a:t>
            </a:r>
            <a:r>
              <a:rPr lang="es-ES" sz="1700" dirty="0" err="1">
                <a:latin typeface="Neue Haas Grotesk Text Pro" panose="020B0504020202020204" pitchFamily="34" charset="0"/>
              </a:rPr>
              <a:t>var</a:t>
            </a:r>
            <a:r>
              <a:rPr lang="es-ES" sz="1700" dirty="0">
                <a:latin typeface="Neue Haas Grotesk Text Pro" panose="020B0504020202020204" pitchFamily="34" charset="0"/>
              </a:rPr>
              <a:t>}) almacenan un único valor y son el tipo más común; se usan para configuración, resultados de </a:t>
            </a:r>
            <a:r>
              <a:rPr lang="es-ES" sz="1700" dirty="0" err="1">
                <a:latin typeface="Neue Haas Grotesk Text Pro" panose="020B0504020202020204" pitchFamily="34" charset="0"/>
              </a:rPr>
              <a:t>keywords</a:t>
            </a:r>
            <a:r>
              <a:rPr lang="es-ES" sz="1700" dirty="0">
                <a:latin typeface="Neue Haas Grotesk Text Pro" panose="020B0504020202020204" pitchFamily="34" charset="0"/>
              </a:rPr>
              <a:t> y valores reutilizables.</a:t>
            </a:r>
          </a:p>
          <a:p>
            <a:pPr marL="285750" indent="-285750" algn="just">
              <a:buFont typeface="Arial" panose="020B0604020202020204" pitchFamily="34" charset="0"/>
              <a:buChar char="•"/>
            </a:pPr>
            <a:r>
              <a:rPr lang="es-ES" sz="1700" dirty="0">
                <a:latin typeface="Neue Haas Grotesk Text Pro" panose="020B0504020202020204" pitchFamily="34" charset="0"/>
              </a:rPr>
              <a:t>Las variables de </a:t>
            </a:r>
            <a:r>
              <a:rPr lang="es-ES" sz="1700" b="1" dirty="0">
                <a:latin typeface="Neue Haas Grotesk Text Pro" panose="020B0504020202020204" pitchFamily="34" charset="0"/>
              </a:rPr>
              <a:t>lista</a:t>
            </a:r>
            <a:r>
              <a:rPr lang="es-ES" sz="1700" dirty="0">
                <a:latin typeface="Neue Haas Grotesk Text Pro" panose="020B0504020202020204" pitchFamily="34" charset="0"/>
              </a:rPr>
              <a:t> (@{list}) agrupan colecciones ordenadas; al usarse con @{} se expanden como argumentos múltiples, mientras que con ${} se tratan como un objeto único.</a:t>
            </a:r>
          </a:p>
          <a:p>
            <a:pPr marL="285750" indent="-285750" algn="just">
              <a:buFont typeface="Arial" panose="020B0604020202020204" pitchFamily="34" charset="0"/>
              <a:buChar char="•"/>
            </a:pPr>
            <a:r>
              <a:rPr lang="es-ES" sz="1700" dirty="0">
                <a:latin typeface="Neue Haas Grotesk Text Pro" panose="020B0504020202020204" pitchFamily="34" charset="0"/>
              </a:rPr>
              <a:t>Las variables de </a:t>
            </a:r>
            <a:r>
              <a:rPr lang="es-ES" sz="1700" b="1" dirty="0">
                <a:latin typeface="Neue Haas Grotesk Text Pro" panose="020B0504020202020204" pitchFamily="34" charset="0"/>
              </a:rPr>
              <a:t>diccionario</a:t>
            </a:r>
            <a:r>
              <a:rPr lang="es-ES" sz="1700" dirty="0">
                <a:latin typeface="Neue Haas Grotesk Text Pro" panose="020B0504020202020204" pitchFamily="34" charset="0"/>
              </a:rPr>
              <a:t> ({</a:t>
            </a:r>
            <a:r>
              <a:rPr lang="es-ES" sz="1700" dirty="0" err="1">
                <a:latin typeface="Neue Haas Grotesk Text Pro" panose="020B0504020202020204" pitchFamily="34" charset="0"/>
              </a:rPr>
              <a:t>dict</a:t>
            </a:r>
            <a:r>
              <a:rPr lang="es-ES" sz="1700" dirty="0">
                <a:latin typeface="Neue Haas Grotesk Text Pro" panose="020B0504020202020204" pitchFamily="34" charset="0"/>
              </a:rPr>
              <a:t>}) organizan datos en pares clave-valor; al usarse con {} se expanden como argumentos con nombre, lo que facilita la integración con </a:t>
            </a:r>
            <a:r>
              <a:rPr lang="es-ES" sz="1700" dirty="0" err="1">
                <a:latin typeface="Neue Haas Grotesk Text Pro" panose="020B0504020202020204" pitchFamily="34" charset="0"/>
              </a:rPr>
              <a:t>APIs</a:t>
            </a:r>
            <a:r>
              <a:rPr lang="es-ES" sz="1700" dirty="0">
                <a:latin typeface="Neue Haas Grotesk Text Pro" panose="020B0504020202020204" pitchFamily="34" charset="0"/>
              </a:rPr>
              <a:t> y librerías Python.</a:t>
            </a:r>
          </a:p>
          <a:p>
            <a:pPr marL="285750" indent="-285750" algn="just">
              <a:buFont typeface="Arial" panose="020B0604020202020204" pitchFamily="34" charset="0"/>
              <a:buChar char="•"/>
            </a:pPr>
            <a:r>
              <a:rPr lang="es-ES" sz="1700" dirty="0">
                <a:latin typeface="Neue Haas Grotesk Text Pro" panose="020B0504020202020204" pitchFamily="34" charset="0"/>
              </a:rPr>
              <a:t>La </a:t>
            </a:r>
            <a:r>
              <a:rPr lang="es-ES" sz="1700" b="1" dirty="0">
                <a:latin typeface="Neue Haas Grotesk Text Pro" panose="020B0504020202020204" pitchFamily="34" charset="0"/>
              </a:rPr>
              <a:t>precedencia</a:t>
            </a:r>
            <a:r>
              <a:rPr lang="es-ES" sz="1700" dirty="0">
                <a:latin typeface="Neue Haas Grotesk Text Pro" panose="020B0504020202020204" pitchFamily="34" charset="0"/>
              </a:rPr>
              <a:t> de variables permite sobrescribir valores desde la línea de comandos, lo que es fundamental para ejecutar las mismas suites en distintos entornos sin modificar el código.</a:t>
            </a:r>
          </a:p>
        </p:txBody>
      </p:sp>
      <p:pic>
        <p:nvPicPr>
          <p:cNvPr id="4" name="Picture 3" descr="image.png">
            <a:extLst>
              <a:ext uri="{FF2B5EF4-FFF2-40B4-BE49-F238E27FC236}">
                <a16:creationId xmlns:a16="http://schemas.microsoft.com/office/drawing/2014/main" id="{C255372F-C5E3-7C6A-4E0E-2391A4FFC2EE}"/>
              </a:ext>
            </a:extLst>
          </p:cNvPr>
          <p:cNvPicPr>
            <a:picLocks noChangeAspect="1"/>
          </p:cNvPicPr>
          <p:nvPr/>
        </p:nvPicPr>
        <p:blipFill>
          <a:blip r:embed="rId3"/>
          <a:stretch>
            <a:fillRect/>
          </a:stretch>
        </p:blipFill>
        <p:spPr>
          <a:xfrm>
            <a:off x="7772400" y="1645920"/>
            <a:ext cx="3200400" cy="3200400"/>
          </a:xfrm>
          <a:prstGeom prst="rect">
            <a:avLst/>
          </a:prstGeom>
        </p:spPr>
      </p:pic>
      <p:sp>
        <p:nvSpPr>
          <p:cNvPr id="5" name="Rectangle 4">
            <a:extLst>
              <a:ext uri="{FF2B5EF4-FFF2-40B4-BE49-F238E27FC236}">
                <a16:creationId xmlns:a16="http://schemas.microsoft.com/office/drawing/2014/main" id="{C55C4397-283B-3803-4E70-02EA8959E352}"/>
              </a:ext>
            </a:extLst>
          </p:cNvPr>
          <p:cNvSpPr/>
          <p:nvPr/>
        </p:nvSpPr>
        <p:spPr>
          <a:xfrm>
            <a:off x="548640" y="5577840"/>
            <a:ext cx="11064240" cy="13716"/>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08C836D5-23D1-BBB7-2B49-268B2B4DF734}"/>
              </a:ext>
            </a:extLst>
          </p:cNvPr>
          <p:cNvSpPr/>
          <p:nvPr/>
        </p:nvSpPr>
        <p:spPr>
          <a:xfrm>
            <a:off x="548640" y="5623560"/>
            <a:ext cx="4114800" cy="7315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a:extLst>
              <a:ext uri="{FF2B5EF4-FFF2-40B4-BE49-F238E27FC236}">
                <a16:creationId xmlns:a16="http://schemas.microsoft.com/office/drawing/2014/main" id="{CE0A29DD-696F-8E70-A84D-C50388A828D0}"/>
              </a:ext>
            </a:extLst>
          </p:cNvPr>
          <p:cNvPicPr>
            <a:picLocks noChangeAspect="1"/>
          </p:cNvPicPr>
          <p:nvPr/>
        </p:nvPicPr>
        <p:blipFill>
          <a:blip r:embed="rId4"/>
          <a:stretch>
            <a:fillRect/>
          </a:stretch>
        </p:blipFill>
        <p:spPr>
          <a:xfrm>
            <a:off x="201168" y="6016752"/>
            <a:ext cx="1783080" cy="667512"/>
          </a:xfrm>
          <a:prstGeom prst="rect">
            <a:avLst/>
          </a:prstGeom>
        </p:spPr>
      </p:pic>
    </p:spTree>
    <p:extLst>
      <p:ext uri="{BB962C8B-B14F-4D97-AF65-F5344CB8AC3E}">
        <p14:creationId xmlns:p14="http://schemas.microsoft.com/office/powerpoint/2010/main" val="2591678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11064240" cy="2515605"/>
          </a:xfrm>
          <a:prstGeom prst="rect">
            <a:avLst/>
          </a:prstGeom>
          <a:noFill/>
          <a:ln w="19050">
            <a:solidFill>
              <a:srgbClr val="AAAAAA"/>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9703" y="623964"/>
            <a:ext cx="10791737" cy="2400657"/>
          </a:xfrm>
          <a:prstGeom prst="rect">
            <a:avLst/>
          </a:prstGeom>
          <a:noFill/>
        </p:spPr>
        <p:txBody>
          <a:bodyPr wrap="none">
            <a:spAutoFit/>
          </a:bodyPr>
          <a:lstStyle/>
          <a:p>
            <a:pPr algn="ctr">
              <a:defRPr sz="5000" b="1">
                <a:solidFill>
                  <a:srgbClr val="111111"/>
                </a:solidFill>
                <a:latin typeface="Neue Haas Grotesk Text Pro"/>
              </a:defRPr>
            </a:pPr>
            <a:r>
              <a:rPr lang="es-ES" dirty="0"/>
              <a:t>Práctica 3: </a:t>
            </a:r>
            <a:r>
              <a:rPr dirty="0"/>
              <a:t>Suite </a:t>
            </a:r>
            <a:r>
              <a:rPr dirty="0" err="1"/>
              <a:t>estructurada</a:t>
            </a:r>
            <a:r>
              <a:rPr dirty="0"/>
              <a:t> con</a:t>
            </a:r>
          </a:p>
          <a:p>
            <a:pPr algn="ctr">
              <a:defRPr sz="5000" b="1">
                <a:solidFill>
                  <a:srgbClr val="111111"/>
                </a:solidFill>
                <a:latin typeface="Neue Haas Grotesk Text Pro"/>
              </a:defRPr>
            </a:pPr>
            <a:r>
              <a:rPr dirty="0"/>
              <a:t>keywords </a:t>
            </a:r>
            <a:r>
              <a:rPr dirty="0" err="1"/>
              <a:t>reutilizables</a:t>
            </a:r>
            <a:r>
              <a:rPr dirty="0"/>
              <a:t> y </a:t>
            </a:r>
            <a:r>
              <a:rPr dirty="0" err="1"/>
              <a:t>archivo</a:t>
            </a:r>
            <a:endParaRPr dirty="0"/>
          </a:p>
          <a:p>
            <a:pPr algn="ctr">
              <a:defRPr sz="5000" b="1">
                <a:solidFill>
                  <a:srgbClr val="111111"/>
                </a:solidFill>
                <a:latin typeface="Neue Haas Grotesk Text Pro"/>
              </a:defRPr>
            </a:pPr>
            <a:r>
              <a:rPr dirty="0"/>
              <a:t>Resource</a:t>
            </a:r>
          </a:p>
        </p:txBody>
      </p:sp>
      <p:sp>
        <p:nvSpPr>
          <p:cNvPr id="4" name="Rectangle 3"/>
          <p:cNvSpPr/>
          <p:nvPr/>
        </p:nvSpPr>
        <p:spPr>
          <a:xfrm>
            <a:off x="548640" y="3082533"/>
            <a:ext cx="2194560" cy="9144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3210549"/>
            <a:ext cx="1106424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9703" y="3507202"/>
            <a:ext cx="11018520" cy="2180084"/>
          </a:xfrm>
          <a:prstGeom prst="rect">
            <a:avLst/>
          </a:prstGeom>
          <a:noFill/>
        </p:spPr>
        <p:txBody>
          <a:bodyPr wrap="square">
            <a:spAutoFit/>
          </a:bodyPr>
          <a:lstStyle/>
          <a:p>
            <a:pPr algn="just">
              <a:spcAft>
                <a:spcPts val="400"/>
              </a:spcAft>
              <a:defRPr sz="1700" b="1">
                <a:solidFill>
                  <a:srgbClr val="222222"/>
                </a:solidFill>
                <a:latin typeface="Neue Haas Grotesk Text Pro"/>
              </a:defRPr>
            </a:pPr>
            <a:r>
              <a:rPr sz="1700">
                <a:latin typeface="Neue Haas Grotesk Text Pro"/>
              </a:rPr>
              <a:t>Objetivo:</a:t>
            </a:r>
          </a:p>
          <a:p>
            <a:r>
              <a:rPr sz="1700">
                <a:latin typeface="Neue Haas Grotesk Text Pro"/>
              </a:rPr>
              <a:t>Diseñar una suite con keywords reutilizables, importar un</a:t>
            </a:r>
          </a:p>
          <a:p>
            <a:r>
              <a:rPr sz="1700">
                <a:latin typeface="Neue Haas Grotesk Text Pro"/>
              </a:rPr>
              <a:t>archivo Resource y validar datos con variables compartidas.</a:t>
            </a:r>
          </a:p>
          <a:p>
            <a:r>
              <a:rPr sz="1700">
                <a:latin typeface="Neue Haas Grotesk Text Pro"/>
              </a:rPr>
              <a:t/>
            </a:r>
          </a:p>
          <a:p>
            <a:r>
              <a:rPr sz="1700">
                <a:latin typeface="Neue Haas Grotesk Text Pro"/>
              </a:rPr>
              <a:t>Guía completa: robfram-guide/Capitulo02/Practica3.md</a:t>
            </a:r>
          </a:p>
        </p:txBody>
      </p:sp>
      <p:pic>
        <p:nvPicPr>
          <p:cNvPr id="7" name="Picture 6" descr="image.png"/>
          <p:cNvPicPr>
            <a:picLocks noChangeAspect="1"/>
          </p:cNvPicPr>
          <p:nvPr/>
        </p:nvPicPr>
        <p:blipFill>
          <a:blip r:embed="rId3"/>
          <a:stretch>
            <a:fillRect/>
          </a:stretch>
        </p:blipFill>
        <p:spPr>
          <a:xfrm>
            <a:off x="7772400" y="5833872"/>
            <a:ext cx="914400" cy="914400"/>
          </a:xfrm>
          <a:prstGeom prst="rect">
            <a:avLst/>
          </a:prstGeom>
        </p:spPr>
      </p:pic>
      <p:sp>
        <p:nvSpPr>
          <p:cNvPr id="8" name="TextBox 7"/>
          <p:cNvSpPr txBox="1"/>
          <p:nvPr/>
        </p:nvSpPr>
        <p:spPr>
          <a:xfrm>
            <a:off x="8778240" y="6035040"/>
            <a:ext cx="3200400" cy="457200"/>
          </a:xfrm>
          <a:prstGeom prst="rect">
            <a:avLst/>
          </a:prstGeom>
          <a:noFill/>
        </p:spPr>
        <p:txBody>
          <a:bodyPr wrap="none">
            <a:spAutoFit/>
          </a:bodyPr>
          <a:lstStyle/>
          <a:p>
            <a:pPr>
              <a:defRPr sz="1600" b="1">
                <a:solidFill>
                  <a:srgbClr val="111111"/>
                </a:solidFill>
                <a:latin typeface="Neue Haas Grotesk Text Pro"/>
              </a:defRPr>
            </a:pPr>
            <a:r>
              <a:t>Tiempo para esta actividad:</a:t>
            </a:r>
          </a:p>
          <a:p>
            <a:pPr>
              <a:defRPr sz="1500">
                <a:solidFill>
                  <a:srgbClr val="333333"/>
                </a:solidFill>
                <a:latin typeface="Neue Haas Grotesk Text Pro"/>
              </a:defRPr>
            </a:pPr>
            <a:r>
              <a:t>1 h 12 min</a:t>
            </a:r>
          </a:p>
        </p:txBody>
      </p:sp>
      <p:pic>
        <p:nvPicPr>
          <p:cNvPr id="9" name="Picture 8"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11064240" cy="2515605"/>
          </a:xfrm>
          <a:prstGeom prst="rect">
            <a:avLst/>
          </a:prstGeom>
          <a:noFill/>
          <a:ln w="19050">
            <a:solidFill>
              <a:srgbClr val="AAAAAA"/>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1364" y="563004"/>
            <a:ext cx="10582135" cy="2400657"/>
          </a:xfrm>
          <a:prstGeom prst="rect">
            <a:avLst/>
          </a:prstGeom>
          <a:noFill/>
        </p:spPr>
        <p:txBody>
          <a:bodyPr wrap="square">
            <a:spAutoFit/>
          </a:bodyPr>
          <a:lstStyle/>
          <a:p>
            <a:pPr algn="ctr">
              <a:defRPr sz="5000" b="1">
                <a:solidFill>
                  <a:srgbClr val="111111"/>
                </a:solidFill>
                <a:latin typeface="Neue Haas Grotesk Text Pro"/>
              </a:defRPr>
            </a:pPr>
            <a:r>
              <a:rPr lang="es-ES" dirty="0"/>
              <a:t>Práctica 4: </a:t>
            </a:r>
            <a:r>
              <a:rPr dirty="0" err="1"/>
              <a:t>Parametrización</a:t>
            </a:r>
            <a:r>
              <a:rPr dirty="0"/>
              <a:t> con</a:t>
            </a:r>
          </a:p>
          <a:p>
            <a:pPr algn="ctr">
              <a:defRPr sz="5000" b="1">
                <a:solidFill>
                  <a:srgbClr val="111111"/>
                </a:solidFill>
                <a:latin typeface="Neue Haas Grotesk Text Pro"/>
              </a:defRPr>
            </a:pPr>
            <a:r>
              <a:rPr dirty="0"/>
              <a:t>Setup/Teardown y </a:t>
            </a:r>
            <a:r>
              <a:rPr dirty="0" err="1"/>
              <a:t>filtrado</a:t>
            </a:r>
            <a:r>
              <a:rPr dirty="0"/>
              <a:t> </a:t>
            </a:r>
            <a:r>
              <a:rPr dirty="0" err="1"/>
              <a:t>por</a:t>
            </a:r>
            <a:endParaRPr dirty="0"/>
          </a:p>
          <a:p>
            <a:pPr algn="ctr">
              <a:defRPr sz="5000" b="1">
                <a:solidFill>
                  <a:srgbClr val="111111"/>
                </a:solidFill>
                <a:latin typeface="Neue Haas Grotesk Text Pro"/>
              </a:defRPr>
            </a:pPr>
            <a:r>
              <a:rPr dirty="0"/>
              <a:t>tags</a:t>
            </a:r>
          </a:p>
        </p:txBody>
      </p:sp>
      <p:sp>
        <p:nvSpPr>
          <p:cNvPr id="4" name="Rectangle 3"/>
          <p:cNvSpPr/>
          <p:nvPr/>
        </p:nvSpPr>
        <p:spPr>
          <a:xfrm>
            <a:off x="548640" y="3082533"/>
            <a:ext cx="2194560" cy="9144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3210549"/>
            <a:ext cx="11064240" cy="18288"/>
          </a:xfrm>
          <a:prstGeom prst="rect">
            <a:avLst/>
          </a:prstGeom>
          <a:solidFill>
            <a:srgbClr val="C7C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6740" y="3552325"/>
            <a:ext cx="11018520" cy="1867178"/>
          </a:xfrm>
          <a:prstGeom prst="rect">
            <a:avLst/>
          </a:prstGeom>
          <a:noFill/>
        </p:spPr>
        <p:txBody>
          <a:bodyPr wrap="square">
            <a:spAutoFit/>
          </a:bodyPr>
          <a:lstStyle/>
          <a:p>
            <a:pPr algn="just">
              <a:spcAft>
                <a:spcPts val="400"/>
              </a:spcAft>
              <a:defRPr sz="1700" b="1">
                <a:solidFill>
                  <a:srgbClr val="222222"/>
                </a:solidFill>
                <a:latin typeface="Neue Haas Grotesk Text Pro"/>
              </a:defRPr>
            </a:pPr>
            <a:r>
              <a:rPr sz="1700">
                <a:latin typeface="Neue Haas Grotesk Text Pro"/>
              </a:rPr>
              <a:t>Objetivo:</a:t>
            </a:r>
          </a:p>
          <a:p>
            <a:r>
              <a:rPr sz="1700">
                <a:latin typeface="Neue Haas Grotesk Text Pro"/>
              </a:rPr>
              <a:t>Implementar Suite/Test Setup y Teardown, y ejecutar</a:t>
            </a:r>
          </a:p>
          <a:p>
            <a:r>
              <a:rPr sz="1700">
                <a:latin typeface="Neue Haas Grotesk Text Pro"/>
              </a:rPr>
              <a:t>subconjuntos de tests usando tags de inclusión/exclusión.</a:t>
            </a:r>
          </a:p>
          <a:p>
            <a:r>
              <a:rPr sz="1700">
                <a:latin typeface="Neue Haas Grotesk Text Pro"/>
              </a:rPr>
              <a:t/>
            </a:r>
          </a:p>
          <a:p>
            <a:r>
              <a:rPr sz="1700">
                <a:latin typeface="Neue Haas Grotesk Text Pro"/>
              </a:rPr>
              <a:t>Guía completa: robfram-guide/Capitulo02/Practica4.md</a:t>
            </a:r>
          </a:p>
        </p:txBody>
      </p:sp>
      <p:pic>
        <p:nvPicPr>
          <p:cNvPr id="7" name="Picture 6" descr="image.png"/>
          <p:cNvPicPr>
            <a:picLocks noChangeAspect="1"/>
          </p:cNvPicPr>
          <p:nvPr/>
        </p:nvPicPr>
        <p:blipFill>
          <a:blip r:embed="rId3"/>
          <a:stretch>
            <a:fillRect/>
          </a:stretch>
        </p:blipFill>
        <p:spPr>
          <a:xfrm>
            <a:off x="7772400" y="5833872"/>
            <a:ext cx="914400" cy="914400"/>
          </a:xfrm>
          <a:prstGeom prst="rect">
            <a:avLst/>
          </a:prstGeom>
        </p:spPr>
      </p:pic>
      <p:sp>
        <p:nvSpPr>
          <p:cNvPr id="8" name="TextBox 7"/>
          <p:cNvSpPr txBox="1"/>
          <p:nvPr/>
        </p:nvSpPr>
        <p:spPr>
          <a:xfrm>
            <a:off x="8778240" y="6035040"/>
            <a:ext cx="3200400" cy="457200"/>
          </a:xfrm>
          <a:prstGeom prst="rect">
            <a:avLst/>
          </a:prstGeom>
          <a:noFill/>
        </p:spPr>
        <p:txBody>
          <a:bodyPr wrap="none">
            <a:spAutoFit/>
          </a:bodyPr>
          <a:lstStyle/>
          <a:p>
            <a:pPr>
              <a:defRPr sz="1600" b="1">
                <a:solidFill>
                  <a:srgbClr val="111111"/>
                </a:solidFill>
                <a:latin typeface="Neue Haas Grotesk Text Pro"/>
              </a:defRPr>
            </a:pPr>
            <a:r>
              <a:t>Tiempo para esta actividad:</a:t>
            </a:r>
          </a:p>
          <a:p>
            <a:pPr>
              <a:defRPr sz="1500">
                <a:solidFill>
                  <a:srgbClr val="333333"/>
                </a:solidFill>
                <a:latin typeface="Neue Haas Grotesk Text Pro"/>
              </a:defRPr>
            </a:pPr>
            <a:r>
              <a:t>1 h 12 min</a:t>
            </a:r>
          </a:p>
        </p:txBody>
      </p:sp>
      <p:pic>
        <p:nvPicPr>
          <p:cNvPr id="9" name="Picture 8" descr="image.png"/>
          <p:cNvPicPr>
            <a:picLocks noChangeAspect="1"/>
          </p:cNvPicPr>
          <p:nvPr/>
        </p:nvPicPr>
        <p:blipFill>
          <a:blip r:embed="rId4"/>
          <a:stretch>
            <a:fillRect/>
          </a:stretch>
        </p:blipFill>
        <p:spPr>
          <a:xfrm>
            <a:off x="201168" y="6016752"/>
            <a:ext cx="1783080" cy="66751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65760" y="201168"/>
            <a:ext cx="73152" cy="1217066"/>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64592"/>
            <a:ext cx="10972800" cy="656539"/>
          </a:xfrm>
          <a:prstGeom prst="rect">
            <a:avLst/>
          </a:prstGeom>
          <a:noFill/>
        </p:spPr>
        <p:txBody>
          <a:bodyPr wrap="none">
            <a:spAutoFit/>
          </a:bodyPr>
          <a:lstStyle/>
          <a:p>
            <a:pPr>
              <a:defRPr sz="4000" b="1">
                <a:solidFill>
                  <a:srgbClr val="003366"/>
                </a:solidFill>
                <a:latin typeface="Neue Haas Grotesk Text Pro"/>
              </a:defRPr>
            </a:pPr>
            <a:r>
              <a:t>Referencias Bibliográficas</a:t>
            </a:r>
          </a:p>
        </p:txBody>
      </p:sp>
      <p:sp>
        <p:nvSpPr>
          <p:cNvPr id="4" name="TextBox 3"/>
          <p:cNvSpPr txBox="1"/>
          <p:nvPr/>
        </p:nvSpPr>
        <p:spPr>
          <a:xfrm>
            <a:off x="594360" y="894283"/>
            <a:ext cx="10972800" cy="405079"/>
          </a:xfrm>
          <a:prstGeom prst="rect">
            <a:avLst/>
          </a:prstGeom>
          <a:noFill/>
        </p:spPr>
        <p:txBody>
          <a:bodyPr wrap="none">
            <a:spAutoFit/>
          </a:bodyPr>
          <a:lstStyle/>
          <a:p>
            <a:pPr>
              <a:defRPr sz="2000" b="0">
                <a:solidFill>
                  <a:srgbClr val="4682B4"/>
                </a:solidFill>
                <a:latin typeface="Neue Haas Grotesk Text Pro"/>
              </a:defRPr>
            </a:pPr>
            <a:r>
              <a:t>Capítulo 2: Sintaxis y Diseño de Suites de Prueba</a:t>
            </a:r>
          </a:p>
        </p:txBody>
      </p:sp>
      <p:sp>
        <p:nvSpPr>
          <p:cNvPr id="5" name="Rectangle 4"/>
          <p:cNvSpPr/>
          <p:nvPr/>
        </p:nvSpPr>
        <p:spPr>
          <a:xfrm>
            <a:off x="365760" y="1491386"/>
            <a:ext cx="11460175" cy="18288"/>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74266"/>
            <a:ext cx="11277295" cy="4342486"/>
          </a:xfrm>
          <a:prstGeom prst="rect">
            <a:avLst/>
          </a:prstGeom>
          <a:noFill/>
        </p:spPr>
        <p:txBody>
          <a:bodyPr wrap="square">
            <a:spAutoFit/>
          </a:bodyPr>
          <a:lstStyle/>
          <a:p>
            <a:pPr>
              <a:spcBef>
                <a:spcPts val="500"/>
              </a:spcBef>
              <a:spcAft>
                <a:spcPts val="300"/>
              </a:spcAft>
            </a:pPr>
            <a:r>
              <a:rPr sz="1600">
                <a:solidFill>
                  <a:srgbClr val="FFC000"/>
                </a:solidFill>
                <a:latin typeface="Calibri"/>
              </a:rPr>
              <a:t>▸ </a:t>
            </a:r>
            <a:r>
              <a:rPr sz="1600">
                <a:solidFill>
                  <a:srgbClr val="333333"/>
                </a:solidFill>
                <a:latin typeface="Calibri"/>
              </a:rPr>
              <a:t>https://robotframework.org/robotframework/latest/RobotFrameworkUserGuide.html</a:t>
            </a:r>
          </a:p>
          <a:p>
            <a:pPr>
              <a:spcBef>
                <a:spcPts val="500"/>
              </a:spcBef>
              <a:spcAft>
                <a:spcPts val="300"/>
              </a:spcAft>
            </a:pPr>
            <a:r>
              <a:rPr sz="1600">
                <a:solidFill>
                  <a:srgbClr val="FFC000"/>
                </a:solidFill>
                <a:latin typeface="Calibri"/>
              </a:rPr>
              <a:t>▸ </a:t>
            </a:r>
            <a:r>
              <a:rPr sz="1600">
                <a:solidFill>
                  <a:srgbClr val="333333"/>
                </a:solidFill>
                <a:latin typeface="Calibri"/>
              </a:rPr>
              <a:t>https://robotframework.org/robotframework/latest/libraries/BuiltIn.html</a:t>
            </a:r>
          </a:p>
          <a:p>
            <a:pPr>
              <a:spcBef>
                <a:spcPts val="500"/>
              </a:spcBef>
              <a:spcAft>
                <a:spcPts val="300"/>
              </a:spcAft>
            </a:pPr>
            <a:r>
              <a:rPr sz="1600">
                <a:solidFill>
                  <a:srgbClr val="FFC000"/>
                </a:solidFill>
                <a:latin typeface="Calibri"/>
              </a:rPr>
              <a:t>▸ </a:t>
            </a:r>
            <a:r>
              <a:rPr sz="1600">
                <a:solidFill>
                  <a:srgbClr val="333333"/>
                </a:solidFill>
                <a:latin typeface="Calibri"/>
              </a:rPr>
              <a:t>https://robotframework.org/robotframework/latest/libraries/Collections.html</a:t>
            </a:r>
          </a:p>
          <a:p>
            <a:pPr>
              <a:spcBef>
                <a:spcPts val="500"/>
              </a:spcBef>
              <a:spcAft>
                <a:spcPts val="300"/>
              </a:spcAft>
            </a:pPr>
            <a:r>
              <a:rPr sz="1600">
                <a:solidFill>
                  <a:srgbClr val="FFC000"/>
                </a:solidFill>
                <a:latin typeface="Calibri"/>
              </a:rPr>
              <a:t>▸ </a:t>
            </a:r>
            <a:r>
              <a:rPr sz="1600">
                <a:solidFill>
                  <a:srgbClr val="333333"/>
                </a:solidFill>
                <a:latin typeface="Calibri"/>
              </a:rPr>
              <a:t>https://robotframework.org/robotframework/latest/libraries/OperatingSystem.html</a:t>
            </a:r>
          </a:p>
          <a:p>
            <a:pPr>
              <a:spcBef>
                <a:spcPts val="500"/>
              </a:spcBef>
              <a:spcAft>
                <a:spcPts val="300"/>
              </a:spcAft>
            </a:pPr>
            <a:r>
              <a:rPr sz="1600">
                <a:solidFill>
                  <a:srgbClr val="FFC000"/>
                </a:solidFill>
                <a:latin typeface="Calibri"/>
              </a:rPr>
              <a:t>▸ </a:t>
            </a:r>
            <a:r>
              <a:rPr sz="1600">
                <a:solidFill>
                  <a:srgbClr val="333333"/>
                </a:solidFill>
                <a:latin typeface="Calibri"/>
              </a:rPr>
              <a:t>https://github.com/robotframework/robotframework</a:t>
            </a:r>
          </a:p>
        </p:txBody>
      </p:sp>
      <p:pic>
        <p:nvPicPr>
          <p:cNvPr id="7" name="Picture 6" descr="image.png"/>
          <p:cNvPicPr>
            <a:picLocks noChangeAspect="1"/>
          </p:cNvPicPr>
          <p:nvPr/>
        </p:nvPicPr>
        <p:blipFill>
          <a:blip r:embed="rId3"/>
          <a:stretch>
            <a:fillRect/>
          </a:stretch>
        </p:blipFill>
        <p:spPr>
          <a:xfrm>
            <a:off x="201168" y="6016752"/>
            <a:ext cx="1783080" cy="6675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71992</Words>
  <Application>Microsoft Office PowerPoint</Application>
  <PresentationFormat>Panorámica</PresentationFormat>
  <Paragraphs>6139</Paragraphs>
  <Slides>500</Slides>
  <Notes>500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500</vt:i4>
      </vt:variant>
    </vt:vector>
  </HeadingPairs>
  <TitlesOfParts>
    <vt:vector size="505" baseType="lpstr">
      <vt:lpstr>Arial</vt:lpstr>
      <vt:lpstr>Calibri</vt:lpstr>
      <vt:lpstr>Consolas</vt:lpstr>
      <vt:lpstr>Neue Haas Grotesk Text Pro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Lucy Grande</cp:lastModifiedBy>
  <cp:revision>1</cp:revision>
  <dcterms:created xsi:type="dcterms:W3CDTF">2013-01-27T09:14:16Z</dcterms:created>
  <dcterms:modified xsi:type="dcterms:W3CDTF">2026-06-06T00:51:34Z</dcterms:modified>
  <cp:category/>
</cp:coreProperties>
</file>